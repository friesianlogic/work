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4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3CF1E3-A086-4518-8719-7E57B88AF463}" v="3" dt="2025-01-23T03:10:11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Cracken, Bill" userId="8e60a2ab-4852-481d-b820-835bedc49759" providerId="ADAL" clId="{8B3CF1E3-A086-4518-8719-7E57B88AF463}"/>
    <pc:docChg chg="modSld">
      <pc:chgData name="McCracken, Bill" userId="8e60a2ab-4852-481d-b820-835bedc49759" providerId="ADAL" clId="{8B3CF1E3-A086-4518-8719-7E57B88AF463}" dt="2025-01-23T03:10:07.450" v="2"/>
      <pc:docMkLst>
        <pc:docMk/>
      </pc:docMkLst>
      <pc:sldChg chg="addSp modSp mod">
        <pc:chgData name="McCracken, Bill" userId="8e60a2ab-4852-481d-b820-835bedc49759" providerId="ADAL" clId="{8B3CF1E3-A086-4518-8719-7E57B88AF463}" dt="2025-01-23T03:10:07.450" v="2"/>
        <pc:sldMkLst>
          <pc:docMk/>
          <pc:sldMk cId="3442819354" sldId="256"/>
        </pc:sldMkLst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4" creationId="{FAF32441-526F-8DAA-153C-7CDFF1C7D6E4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5" creationId="{3A233A2F-AE2E-A5D4-C692-93B827C32D3A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6" creationId="{D3A4E4BF-F156-7366-C9D8-7ADAF5F2F691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7" creationId="{71AD90DD-C878-211D-BAFD-9FBB45967C81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8" creationId="{F1B60C54-8972-C774-BF94-7C32512CF0E9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9" creationId="{0989778A-7E59-F20E-0841-1C89322B5667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19" creationId="{765F6408-CE92-AE92-E0D5-28D0F55845A0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20" creationId="{A163EC0C-BB30-630E-AE06-9A938428B4B8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21" creationId="{94798480-193C-83EE-CC3E-9041F3C9AECE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22" creationId="{3D8205E2-C8EF-4FB9-292F-821A0FA8CCFA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23" creationId="{DBC7F143-3E8F-1AF2-0818-30FEF1C8CB9A}"/>
          </ac:spMkLst>
        </pc:spChg>
        <pc:spChg chg="mod">
          <ac:chgData name="McCracken, Bill" userId="8e60a2ab-4852-481d-b820-835bedc49759" providerId="ADAL" clId="{8B3CF1E3-A086-4518-8719-7E57B88AF463}" dt="2025-01-23T03:09:42.540" v="0" actId="164"/>
          <ac:spMkLst>
            <pc:docMk/>
            <pc:sldMk cId="3442819354" sldId="256"/>
            <ac:spMk id="24" creationId="{868ED177-6818-5B58-9D79-02C65EEDEED1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1" creationId="{D8DD6351-28C5-30D5-CDBB-3129EFD42F85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2" creationId="{2B29525D-86CD-A1A2-5839-2B22CCF5F28A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3" creationId="{0A703FCA-7C10-5B8C-41CB-1E5034580D4D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4" creationId="{79AF12A0-FBCB-0F12-F9CD-90CB63CEE211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5" creationId="{A5A31F47-5B20-B445-3CDA-8E66416BE3AE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6" creationId="{C8F0D0B5-8DB3-2050-89A0-367D7B26C853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7" creationId="{B6043465-9085-F297-2F5D-914404188AE6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8" creationId="{74452CA1-9CB6-0FC7-E043-961DE36AB5FE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39" creationId="{B29BBDD3-02BF-42AD-D44A-0F8C4E31B564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40" creationId="{1CD44F8D-8F0A-738F-959E-74808F717799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41" creationId="{DC33DAD5-936C-8730-4E14-FCF081615BE0}"/>
          </ac:spMkLst>
        </pc:spChg>
        <pc:spChg chg="mod">
          <ac:chgData name="McCracken, Bill" userId="8e60a2ab-4852-481d-b820-835bedc49759" providerId="ADAL" clId="{8B3CF1E3-A086-4518-8719-7E57B88AF463}" dt="2025-01-23T03:10:07.450" v="2"/>
          <ac:spMkLst>
            <pc:docMk/>
            <pc:sldMk cId="3442819354" sldId="256"/>
            <ac:spMk id="42" creationId="{725BFABE-E970-43B8-CFE7-16EA518BDC01}"/>
          </ac:spMkLst>
        </pc:spChg>
        <pc:grpChg chg="add mod">
          <ac:chgData name="McCracken, Bill" userId="8e60a2ab-4852-481d-b820-835bedc49759" providerId="ADAL" clId="{8B3CF1E3-A086-4518-8719-7E57B88AF463}" dt="2025-01-23T03:10:01.710" v="1" actId="14100"/>
          <ac:grpSpMkLst>
            <pc:docMk/>
            <pc:sldMk cId="3442819354" sldId="256"/>
            <ac:grpSpMk id="29" creationId="{993D5538-5137-84F9-6A3E-18BA4E4321CE}"/>
          </ac:grpSpMkLst>
        </pc:grpChg>
        <pc:grpChg chg="add mod">
          <ac:chgData name="McCracken, Bill" userId="8e60a2ab-4852-481d-b820-835bedc49759" providerId="ADAL" clId="{8B3CF1E3-A086-4518-8719-7E57B88AF463}" dt="2025-01-23T03:10:07.450" v="2"/>
          <ac:grpSpMkLst>
            <pc:docMk/>
            <pc:sldMk cId="3442819354" sldId="256"/>
            <ac:grpSpMk id="30" creationId="{EA1D956A-06C7-2B76-A640-FC8EC36475CA}"/>
          </ac:grpSpMkLst>
        </pc:grpChg>
        <pc:cxnChg chg="mod">
          <ac:chgData name="McCracken, Bill" userId="8e60a2ab-4852-481d-b820-835bedc49759" providerId="ADAL" clId="{8B3CF1E3-A086-4518-8719-7E57B88AF463}" dt="2025-01-23T03:09:42.540" v="0" actId="164"/>
          <ac:cxnSpMkLst>
            <pc:docMk/>
            <pc:sldMk cId="3442819354" sldId="256"/>
            <ac:cxnSpMk id="26" creationId="{A67CC3B3-0710-F6CD-A2CF-1E1983AE3047}"/>
          </ac:cxnSpMkLst>
        </pc:cxnChg>
        <pc:cxnChg chg="mod">
          <ac:chgData name="McCracken, Bill" userId="8e60a2ab-4852-481d-b820-835bedc49759" providerId="ADAL" clId="{8B3CF1E3-A086-4518-8719-7E57B88AF463}" dt="2025-01-23T03:09:42.540" v="0" actId="164"/>
          <ac:cxnSpMkLst>
            <pc:docMk/>
            <pc:sldMk cId="3442819354" sldId="256"/>
            <ac:cxnSpMk id="28" creationId="{4F876114-32D8-4647-6530-5C9D6A2E2911}"/>
          </ac:cxnSpMkLst>
        </pc:cxnChg>
        <pc:cxnChg chg="mod">
          <ac:chgData name="McCracken, Bill" userId="8e60a2ab-4852-481d-b820-835bedc49759" providerId="ADAL" clId="{8B3CF1E3-A086-4518-8719-7E57B88AF463}" dt="2025-01-23T03:10:07.450" v="2"/>
          <ac:cxnSpMkLst>
            <pc:docMk/>
            <pc:sldMk cId="3442819354" sldId="256"/>
            <ac:cxnSpMk id="43" creationId="{F9D33F9C-508C-E151-6FA1-8C8EBDCD4661}"/>
          </ac:cxnSpMkLst>
        </pc:cxnChg>
        <pc:cxnChg chg="mod">
          <ac:chgData name="McCracken, Bill" userId="8e60a2ab-4852-481d-b820-835bedc49759" providerId="ADAL" clId="{8B3CF1E3-A086-4518-8719-7E57B88AF463}" dt="2025-01-23T03:10:07.450" v="2"/>
          <ac:cxnSpMkLst>
            <pc:docMk/>
            <pc:sldMk cId="3442819354" sldId="256"/>
            <ac:cxnSpMk id="44" creationId="{31363D08-27E7-588F-70FC-47B65C85741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F3A4-F844-98C3-8165-3E833A007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44714-B618-4E51-D070-A3F4B5DBC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A9813-21A8-771C-F69C-AD847278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18C98-04F8-B073-DB32-C1E82D54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3F600-26B3-86D0-8FC3-8BF417F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96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F4D4-7749-D93A-36C1-882D092F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B1A57-9E3F-2B97-683D-361C2AFF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06A16-88A4-C00A-6A7F-12B26C2D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A3F9-0A46-B38F-9CBD-52A27742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0E337-4D87-62D4-58C3-AC3CA7B3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D5A1-D871-F9C8-AE1D-5EB44AB9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E6665-805B-8EB1-9B84-DAA013E2A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FB0CE-7A5B-DFBE-72FC-4813920F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580AF-B7EF-A92C-4E1E-720CB067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CC7C1-9E8B-FAC1-F79F-379B30C08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C44F-223A-DEB7-1583-CED3144B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B9809-7F42-2CE4-5406-4D7F14FCE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CE4A8-DB97-736C-E8A2-943281997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BBAE9-2846-64AA-9347-6CA1F0C0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E460-7C77-D9D8-B0C0-394BE55D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CE9EE-506F-C6B1-BC36-FB2227F38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9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E352-1EBB-D042-3230-FFD75165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D313D-7D2B-D2A6-7B55-D7E5D6E9C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0C64C-FF7F-E1BD-FA15-59023EDE3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FD775-23FA-6426-EAEA-7AFE98FEC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68536F-735A-A42F-2CCC-2ACCE4B92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7828E-6F2C-C4EA-CF88-B3FADA6F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E9502-3D51-6AE8-9DC5-D611E0A6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64630D-53A4-0BD5-4AAE-9D9E2370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5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165BF-FD23-752B-4CE4-F916AC2A4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E2EBB-626F-0AC3-684D-E8E383D3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FA23D-EB7D-58CA-FE0B-D297910D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D6ABB-F1D1-44AE-BBF2-18A94046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59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843E9-FFCB-F7BA-EE22-F5092A55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D5727-BCA4-7DF9-8409-ED78175E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D4D77-2C5F-1FB2-BD11-41BF68CC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1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CA6F-E659-1477-3E25-B9F6379F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4E54C-5044-3533-0588-0535F32D3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A588E-6E71-E059-A119-9EA9D04AF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CCA6D-2BDE-979D-359A-7DBEB36B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8AE9D-B836-E784-9435-6F593B27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6D52B-428F-9850-9248-A29DE584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5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B2D9-CCA9-0627-EAC1-0284DA82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EF3E1-BB79-A477-0CDF-2FDE84C92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4C083-C045-5A83-7335-E0437F394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E08AF-D028-E6F0-D143-56079A5D0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67112-19D3-16DF-61CD-90B176D2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C5719-E410-5E2D-DD37-30FF0550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1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82400-14D7-0AD7-7F47-1B5BCB03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DB9AC-1BED-96FA-4D04-76635D905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03586-35CD-0CD6-331F-A94BA94D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3BDD-DCD2-8F57-812B-72C5A1C0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3B45D-A69A-DF93-446E-52CFC266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0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89FC7-2D61-9928-277C-ABEBC5FEB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38BB8-AEA7-423D-963E-CEDD03DE9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4221B-C8C9-7DF2-A1D3-D28B531C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1F3D6-7D5A-35C3-B76F-95A4A407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F5AA8-8C1B-9561-D4FF-92624011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5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5A54A-D859-4182-AE8E-6066EACBC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25176-D83D-EE4F-E410-683FAE8C3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EE217-551B-5CD0-FEA8-B8FB1BA46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38071-4E40-434A-80E6-E5ABF6B769F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EA9B3-7016-1C8F-DE0A-E640036A58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40C5C-815E-FAB6-0B41-B56E91E2D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14311-1F13-40FA-A58E-C6BF25C6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9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993D5538-5137-84F9-6A3E-18BA4E4321CE}"/>
              </a:ext>
            </a:extLst>
          </p:cNvPr>
          <p:cNvGrpSpPr/>
          <p:nvPr/>
        </p:nvGrpSpPr>
        <p:grpSpPr>
          <a:xfrm>
            <a:off x="1326292" y="1504674"/>
            <a:ext cx="5784831" cy="3322262"/>
            <a:chOff x="1441622" y="1570908"/>
            <a:chExt cx="5669501" cy="32560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F32441-526F-8DAA-153C-7CDFF1C7D6E4}"/>
                </a:ext>
              </a:extLst>
            </p:cNvPr>
            <p:cNvSpPr/>
            <p:nvPr/>
          </p:nvSpPr>
          <p:spPr>
            <a:xfrm>
              <a:off x="1441622" y="2159539"/>
              <a:ext cx="1389782" cy="108949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</a:t>
              </a:r>
              <a:r>
                <a:rPr lang="en-US" sz="1400" baseline="30000" dirty="0"/>
                <a:t>rd</a:t>
              </a:r>
              <a:r>
                <a:rPr lang="en-US" sz="1400" dirty="0"/>
                <a:t> Party Apps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A233A2F-AE2E-A5D4-C692-93B827C32D3A}"/>
                </a:ext>
              </a:extLst>
            </p:cNvPr>
            <p:cNvSpPr/>
            <p:nvPr/>
          </p:nvSpPr>
          <p:spPr>
            <a:xfrm>
              <a:off x="3310879" y="2159539"/>
              <a:ext cx="1484015" cy="1089498"/>
            </a:xfrm>
            <a:prstGeom prst="rect">
              <a:avLst/>
            </a:prstGeom>
            <a:solidFill>
              <a:srgbClr val="E543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T-Mobile Privacy Policy Manager (System App</a:t>
              </a:r>
              <a:r>
                <a:rPr lang="en-US" dirty="0"/>
                <a:t>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A4E4BF-F156-7366-C9D8-7ADAF5F2F691}"/>
                </a:ext>
              </a:extLst>
            </p:cNvPr>
            <p:cNvSpPr/>
            <p:nvPr/>
          </p:nvSpPr>
          <p:spPr>
            <a:xfrm>
              <a:off x="5274369" y="2159539"/>
              <a:ext cx="1404552" cy="108949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Android OS / Permissions / Device APIs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AD90DD-C878-211D-BAFD-9FBB45967C81}"/>
                </a:ext>
              </a:extLst>
            </p:cNvPr>
            <p:cNvSpPr txBox="1"/>
            <p:nvPr/>
          </p:nvSpPr>
          <p:spPr>
            <a:xfrm>
              <a:off x="1441622" y="3257275"/>
              <a:ext cx="155169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Intrusive Apps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Facebook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TikTok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Google Apps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 err="1"/>
                <a:t>PlayStore</a:t>
              </a:r>
              <a:r>
                <a:rPr lang="en-US" sz="1200" dirty="0"/>
                <a:t> apps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B60C54-8972-C774-BF94-7C32512CF0E9}"/>
                </a:ext>
              </a:extLst>
            </p:cNvPr>
            <p:cNvSpPr txBox="1"/>
            <p:nvPr/>
          </p:nvSpPr>
          <p:spPr>
            <a:xfrm>
              <a:off x="3236557" y="3249037"/>
              <a:ext cx="170234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Privacy Management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Apps Policy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Location Policy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Settings Menu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Time Based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Location Based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A.I. Based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989778A-7E59-F20E-0841-1C89322B5667}"/>
                </a:ext>
              </a:extLst>
            </p:cNvPr>
            <p:cNvSpPr txBox="1"/>
            <p:nvPr/>
          </p:nvSpPr>
          <p:spPr>
            <a:xfrm>
              <a:off x="5268213" y="3257275"/>
              <a:ext cx="184291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Privacy Permissions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Location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Text/SMS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Cookies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Browser caches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Camera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Microphone</a:t>
              </a:r>
            </a:p>
            <a:p>
              <a:endParaRPr lang="en-US" sz="1200" dirty="0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765F6408-CE92-AE92-E0D5-28D0F55845A0}"/>
                </a:ext>
              </a:extLst>
            </p:cNvPr>
            <p:cNvSpPr/>
            <p:nvPr/>
          </p:nvSpPr>
          <p:spPr>
            <a:xfrm>
              <a:off x="2898987" y="2492382"/>
              <a:ext cx="273648" cy="144253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A163EC0C-BB30-630E-AE06-9A938428B4B8}"/>
                </a:ext>
              </a:extLst>
            </p:cNvPr>
            <p:cNvSpPr/>
            <p:nvPr/>
          </p:nvSpPr>
          <p:spPr>
            <a:xfrm>
              <a:off x="4895665" y="2469947"/>
              <a:ext cx="236817" cy="16379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4798480-193C-83EE-CC3E-9041F3C9AECE}"/>
                </a:ext>
              </a:extLst>
            </p:cNvPr>
            <p:cNvSpPr txBox="1"/>
            <p:nvPr/>
          </p:nvSpPr>
          <p:spPr>
            <a:xfrm>
              <a:off x="2592149" y="1633776"/>
              <a:ext cx="110959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Permission or </a:t>
              </a:r>
            </a:p>
            <a:p>
              <a:r>
                <a:rPr lang="en-US" sz="1100" dirty="0"/>
                <a:t>Access API call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D8205E2-C8EF-4FB9-292F-821A0FA8CCFA}"/>
                </a:ext>
              </a:extLst>
            </p:cNvPr>
            <p:cNvSpPr txBox="1"/>
            <p:nvPr/>
          </p:nvSpPr>
          <p:spPr>
            <a:xfrm>
              <a:off x="4565937" y="1570908"/>
              <a:ext cx="140455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Android Permission </a:t>
              </a:r>
            </a:p>
            <a:p>
              <a:r>
                <a:rPr lang="en-US" sz="1100" dirty="0"/>
                <a:t>Allow/Disallow</a:t>
              </a: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DBC7F143-3E8F-1AF2-0818-30FEF1C8CB9A}"/>
                </a:ext>
              </a:extLst>
            </p:cNvPr>
            <p:cNvSpPr/>
            <p:nvPr/>
          </p:nvSpPr>
          <p:spPr>
            <a:xfrm rot="10800000">
              <a:off x="2898987" y="2773428"/>
              <a:ext cx="273648" cy="144253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868ED177-6818-5B58-9D79-02C65EEDEED1}"/>
                </a:ext>
              </a:extLst>
            </p:cNvPr>
            <p:cNvSpPr/>
            <p:nvPr/>
          </p:nvSpPr>
          <p:spPr>
            <a:xfrm rot="10800000">
              <a:off x="4895663" y="2773428"/>
              <a:ext cx="236817" cy="16379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67CC3B3-0710-F6CD-A2CF-1E1983AE3047}"/>
                </a:ext>
              </a:extLst>
            </p:cNvPr>
            <p:cNvCxnSpPr>
              <a:cxnSpLocks/>
            </p:cNvCxnSpPr>
            <p:nvPr/>
          </p:nvCxnSpPr>
          <p:spPr>
            <a:xfrm>
              <a:off x="3035810" y="2001795"/>
              <a:ext cx="0" cy="4320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F876114-32D8-4647-6530-5C9D6A2E2911}"/>
                </a:ext>
              </a:extLst>
            </p:cNvPr>
            <p:cNvCxnSpPr>
              <a:cxnSpLocks/>
            </p:cNvCxnSpPr>
            <p:nvPr/>
          </p:nvCxnSpPr>
          <p:spPr>
            <a:xfrm>
              <a:off x="5014071" y="1978307"/>
              <a:ext cx="0" cy="4320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2819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f72c41-31f4-4d40-a6d0-808117dc4d77}" enabled="1" method="Standard" siteId="{be0f980b-dd99-4b19-bd7b-bc71a09b02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McCracken, Bill</dc:creator>
  <cp:lastModifiedBy>McCracken, Bill</cp:lastModifiedBy>
  <cp:revision>1</cp:revision>
  <dcterms:created xsi:type="dcterms:W3CDTF">2025-01-23T02:58:59Z</dcterms:created>
  <dcterms:modified xsi:type="dcterms:W3CDTF">2025-01-23T03:10:11Z</dcterms:modified>
</cp:coreProperties>
</file>