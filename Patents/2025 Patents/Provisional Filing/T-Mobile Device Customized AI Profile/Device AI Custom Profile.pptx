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2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49D769-8099-43C9-BF83-E66CEF800656}" v="13" dt="2025-03-07T18:42:40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Cracken, Bill" userId="8e60a2ab-4852-481d-b820-835bedc49759" providerId="ADAL" clId="{EF49D769-8099-43C9-BF83-E66CEF800656}"/>
    <pc:docChg chg="undo custSel addSld delSld modSld">
      <pc:chgData name="McCracken, Bill" userId="8e60a2ab-4852-481d-b820-835bedc49759" providerId="ADAL" clId="{EF49D769-8099-43C9-BF83-E66CEF800656}" dt="2025-03-07T18:42:40.569" v="245"/>
      <pc:docMkLst>
        <pc:docMk/>
      </pc:docMkLst>
      <pc:sldChg chg="addSp delSp modSp new add del mod">
        <pc:chgData name="McCracken, Bill" userId="8e60a2ab-4852-481d-b820-835bedc49759" providerId="ADAL" clId="{EF49D769-8099-43C9-BF83-E66CEF800656}" dt="2025-03-07T18:40:59.330" v="155" actId="47"/>
        <pc:sldMkLst>
          <pc:docMk/>
          <pc:sldMk cId="3080528215" sldId="257"/>
        </pc:sldMkLst>
        <pc:spChg chg="del">
          <ac:chgData name="McCracken, Bill" userId="8e60a2ab-4852-481d-b820-835bedc49759" providerId="ADAL" clId="{EF49D769-8099-43C9-BF83-E66CEF800656}" dt="2025-03-07T18:29:23.673" v="1" actId="478"/>
          <ac:spMkLst>
            <pc:docMk/>
            <pc:sldMk cId="3080528215" sldId="257"/>
            <ac:spMk id="2" creationId="{7AF278C1-5540-07AD-3E17-4965E3431315}"/>
          </ac:spMkLst>
        </pc:spChg>
        <pc:spChg chg="del">
          <ac:chgData name="McCracken, Bill" userId="8e60a2ab-4852-481d-b820-835bedc49759" providerId="ADAL" clId="{EF49D769-8099-43C9-BF83-E66CEF800656}" dt="2025-03-07T18:29:25.155" v="2" actId="478"/>
          <ac:spMkLst>
            <pc:docMk/>
            <pc:sldMk cId="3080528215" sldId="257"/>
            <ac:spMk id="3" creationId="{B1ACA9AF-896A-5333-AE54-B338BD527D70}"/>
          </ac:spMkLst>
        </pc:spChg>
        <pc:spChg chg="add mod">
          <ac:chgData name="McCracken, Bill" userId="8e60a2ab-4852-481d-b820-835bedc49759" providerId="ADAL" clId="{EF49D769-8099-43C9-BF83-E66CEF800656}" dt="2025-03-07T18:37:20.891" v="120" actId="1076"/>
          <ac:spMkLst>
            <pc:docMk/>
            <pc:sldMk cId="3080528215" sldId="257"/>
            <ac:spMk id="4" creationId="{56745E89-3FB0-59CF-05C1-9A203DB80D87}"/>
          </ac:spMkLst>
        </pc:spChg>
        <pc:spChg chg="add del mod">
          <ac:chgData name="McCracken, Bill" userId="8e60a2ab-4852-481d-b820-835bedc49759" providerId="ADAL" clId="{EF49D769-8099-43C9-BF83-E66CEF800656}" dt="2025-03-07T18:36:45.315" v="109" actId="478"/>
          <ac:spMkLst>
            <pc:docMk/>
            <pc:sldMk cId="3080528215" sldId="257"/>
            <ac:spMk id="5" creationId="{14CA4682-613D-9631-AD55-03105927CEF8}"/>
          </ac:spMkLst>
        </pc:spChg>
        <pc:spChg chg="add del mod">
          <ac:chgData name="McCracken, Bill" userId="8e60a2ab-4852-481d-b820-835bedc49759" providerId="ADAL" clId="{EF49D769-8099-43C9-BF83-E66CEF800656}" dt="2025-03-07T18:36:45.315" v="109" actId="478"/>
          <ac:spMkLst>
            <pc:docMk/>
            <pc:sldMk cId="3080528215" sldId="257"/>
            <ac:spMk id="6" creationId="{D68EFC19-D7A1-0AB2-6604-A61AB8FC40D4}"/>
          </ac:spMkLst>
        </pc:spChg>
        <pc:spChg chg="add del mod">
          <ac:chgData name="McCracken, Bill" userId="8e60a2ab-4852-481d-b820-835bedc49759" providerId="ADAL" clId="{EF49D769-8099-43C9-BF83-E66CEF800656}" dt="2025-03-07T18:36:45.315" v="109" actId="478"/>
          <ac:spMkLst>
            <pc:docMk/>
            <pc:sldMk cId="3080528215" sldId="257"/>
            <ac:spMk id="7" creationId="{7D747F69-D963-77A0-2CD8-8C2FC0640101}"/>
          </ac:spMkLst>
        </pc:spChg>
        <pc:spChg chg="add mod">
          <ac:chgData name="McCracken, Bill" userId="8e60a2ab-4852-481d-b820-835bedc49759" providerId="ADAL" clId="{EF49D769-8099-43C9-BF83-E66CEF800656}" dt="2025-03-07T18:37:30.102" v="123" actId="1076"/>
          <ac:spMkLst>
            <pc:docMk/>
            <pc:sldMk cId="3080528215" sldId="257"/>
            <ac:spMk id="8" creationId="{301613F8-BE3F-B5B2-0182-CB01F24EA432}"/>
          </ac:spMkLst>
        </pc:spChg>
        <pc:spChg chg="add mod">
          <ac:chgData name="McCracken, Bill" userId="8e60a2ab-4852-481d-b820-835bedc49759" providerId="ADAL" clId="{EF49D769-8099-43C9-BF83-E66CEF800656}" dt="2025-03-07T18:37:20.891" v="120" actId="1076"/>
          <ac:spMkLst>
            <pc:docMk/>
            <pc:sldMk cId="3080528215" sldId="257"/>
            <ac:spMk id="9" creationId="{9697DB8F-3469-C5EE-400C-8122E7C40145}"/>
          </ac:spMkLst>
        </pc:spChg>
        <pc:spChg chg="add mod">
          <ac:chgData name="McCracken, Bill" userId="8e60a2ab-4852-481d-b820-835bedc49759" providerId="ADAL" clId="{EF49D769-8099-43C9-BF83-E66CEF800656}" dt="2025-03-07T18:38:36.571" v="151" actId="1076"/>
          <ac:spMkLst>
            <pc:docMk/>
            <pc:sldMk cId="3080528215" sldId="257"/>
            <ac:spMk id="16" creationId="{4496FBEA-BE0D-14D6-15A7-7BECFA238984}"/>
          </ac:spMkLst>
        </pc:spChg>
        <pc:spChg chg="add mod">
          <ac:chgData name="McCracken, Bill" userId="8e60a2ab-4852-481d-b820-835bedc49759" providerId="ADAL" clId="{EF49D769-8099-43C9-BF83-E66CEF800656}" dt="2025-03-07T18:38:43.256" v="153" actId="207"/>
          <ac:spMkLst>
            <pc:docMk/>
            <pc:sldMk cId="3080528215" sldId="257"/>
            <ac:spMk id="17" creationId="{5ABAB89A-BDFB-5DED-2670-4DDB2CC07411}"/>
          </ac:spMkLst>
        </pc:spChg>
        <pc:picChg chg="add mod">
          <ac:chgData name="McCracken, Bill" userId="8e60a2ab-4852-481d-b820-835bedc49759" providerId="ADAL" clId="{EF49D769-8099-43C9-BF83-E66CEF800656}" dt="2025-03-07T18:37:10.303" v="117" actId="14100"/>
          <ac:picMkLst>
            <pc:docMk/>
            <pc:sldMk cId="3080528215" sldId="257"/>
            <ac:picMk id="11" creationId="{45AE04FF-B41A-B30A-1430-0E895C9610E1}"/>
          </ac:picMkLst>
        </pc:picChg>
        <pc:picChg chg="add mod">
          <ac:chgData name="McCracken, Bill" userId="8e60a2ab-4852-481d-b820-835bedc49759" providerId="ADAL" clId="{EF49D769-8099-43C9-BF83-E66CEF800656}" dt="2025-03-07T18:37:14.761" v="119" actId="14100"/>
          <ac:picMkLst>
            <pc:docMk/>
            <pc:sldMk cId="3080528215" sldId="257"/>
            <ac:picMk id="13" creationId="{B84106DA-EFE1-FD91-2938-7BEB8F93ADF9}"/>
          </ac:picMkLst>
        </pc:picChg>
        <pc:picChg chg="add mod">
          <ac:chgData name="McCracken, Bill" userId="8e60a2ab-4852-481d-b820-835bedc49759" providerId="ADAL" clId="{EF49D769-8099-43C9-BF83-E66CEF800656}" dt="2025-03-07T18:36:59.979" v="114" actId="1076"/>
          <ac:picMkLst>
            <pc:docMk/>
            <pc:sldMk cId="3080528215" sldId="257"/>
            <ac:picMk id="14" creationId="{CC54475F-DCF0-61F9-7F9B-59B96D385ADE}"/>
          </ac:picMkLst>
        </pc:picChg>
        <pc:picChg chg="add mod">
          <ac:chgData name="McCracken, Bill" userId="8e60a2ab-4852-481d-b820-835bedc49759" providerId="ADAL" clId="{EF49D769-8099-43C9-BF83-E66CEF800656}" dt="2025-03-07T18:36:59.979" v="114" actId="1076"/>
          <ac:picMkLst>
            <pc:docMk/>
            <pc:sldMk cId="3080528215" sldId="257"/>
            <ac:picMk id="15" creationId="{B991F0C1-322D-B354-E805-79698ECD9641}"/>
          </ac:picMkLst>
        </pc:picChg>
      </pc:sldChg>
      <pc:sldChg chg="addSp modSp add mod">
        <pc:chgData name="McCracken, Bill" userId="8e60a2ab-4852-481d-b820-835bedc49759" providerId="ADAL" clId="{EF49D769-8099-43C9-BF83-E66CEF800656}" dt="2025-03-07T18:42:31.898" v="242" actId="1076"/>
        <pc:sldMkLst>
          <pc:docMk/>
          <pc:sldMk cId="2176592201" sldId="258"/>
        </pc:sldMkLst>
        <pc:spChg chg="add mod">
          <ac:chgData name="McCracken, Bill" userId="8e60a2ab-4852-481d-b820-835bedc49759" providerId="ADAL" clId="{EF49D769-8099-43C9-BF83-E66CEF800656}" dt="2025-03-07T18:42:31.898" v="242" actId="1076"/>
          <ac:spMkLst>
            <pc:docMk/>
            <pc:sldMk cId="2176592201" sldId="258"/>
            <ac:spMk id="2" creationId="{6930FE58-2FB7-C05F-2321-7F96EF907CBC}"/>
          </ac:spMkLst>
        </pc:spChg>
        <pc:spChg chg="mod">
          <ac:chgData name="McCracken, Bill" userId="8e60a2ab-4852-481d-b820-835bedc49759" providerId="ADAL" clId="{EF49D769-8099-43C9-BF83-E66CEF800656}" dt="2025-03-07T18:41:13.691" v="164" actId="20577"/>
          <ac:spMkLst>
            <pc:docMk/>
            <pc:sldMk cId="2176592201" sldId="258"/>
            <ac:spMk id="4" creationId="{8C0E8791-BEA0-25CB-FED7-A14A81F95BB9}"/>
          </ac:spMkLst>
        </pc:spChg>
        <pc:picChg chg="mod">
          <ac:chgData name="McCracken, Bill" userId="8e60a2ab-4852-481d-b820-835bedc49759" providerId="ADAL" clId="{EF49D769-8099-43C9-BF83-E66CEF800656}" dt="2025-03-07T18:42:28.196" v="241" actId="1076"/>
          <ac:picMkLst>
            <pc:docMk/>
            <pc:sldMk cId="2176592201" sldId="258"/>
            <ac:picMk id="15" creationId="{01233E4C-DA46-7AC8-7EA2-E3C1D0FEB6E6}"/>
          </ac:picMkLst>
        </pc:picChg>
      </pc:sldChg>
      <pc:sldChg chg="add del">
        <pc:chgData name="McCracken, Bill" userId="8e60a2ab-4852-481d-b820-835bedc49759" providerId="ADAL" clId="{EF49D769-8099-43C9-BF83-E66CEF800656}" dt="2025-03-07T18:41:02.930" v="156" actId="47"/>
        <pc:sldMkLst>
          <pc:docMk/>
          <pc:sldMk cId="2418900403" sldId="258"/>
        </pc:sldMkLst>
      </pc:sldChg>
      <pc:sldChg chg="add del">
        <pc:chgData name="McCracken, Bill" userId="8e60a2ab-4852-481d-b820-835bedc49759" providerId="ADAL" clId="{EF49D769-8099-43C9-BF83-E66CEF800656}" dt="2025-03-07T18:41:02.930" v="156" actId="47"/>
        <pc:sldMkLst>
          <pc:docMk/>
          <pc:sldMk cId="390131245" sldId="259"/>
        </pc:sldMkLst>
      </pc:sldChg>
      <pc:sldChg chg="add del">
        <pc:chgData name="McCracken, Bill" userId="8e60a2ab-4852-481d-b820-835bedc49759" providerId="ADAL" clId="{EF49D769-8099-43C9-BF83-E66CEF800656}" dt="2025-03-07T18:36:22.776" v="103" actId="2696"/>
        <pc:sldMkLst>
          <pc:docMk/>
          <pc:sldMk cId="925888348" sldId="259"/>
        </pc:sldMkLst>
      </pc:sldChg>
      <pc:sldChg chg="addSp modSp add mod">
        <pc:chgData name="McCracken, Bill" userId="8e60a2ab-4852-481d-b820-835bedc49759" providerId="ADAL" clId="{EF49D769-8099-43C9-BF83-E66CEF800656}" dt="2025-03-07T18:42:37.363" v="243"/>
        <pc:sldMkLst>
          <pc:docMk/>
          <pc:sldMk cId="2520180062" sldId="259"/>
        </pc:sldMkLst>
        <pc:spChg chg="add mod">
          <ac:chgData name="McCracken, Bill" userId="8e60a2ab-4852-481d-b820-835bedc49759" providerId="ADAL" clId="{EF49D769-8099-43C9-BF83-E66CEF800656}" dt="2025-03-07T18:42:37.363" v="243"/>
          <ac:spMkLst>
            <pc:docMk/>
            <pc:sldMk cId="2520180062" sldId="259"/>
            <ac:spMk id="2" creationId="{E274BC33-6D01-E60C-E3F7-3CF18BACE3D2}"/>
          </ac:spMkLst>
        </pc:spChg>
        <pc:spChg chg="mod">
          <ac:chgData name="McCracken, Bill" userId="8e60a2ab-4852-481d-b820-835bedc49759" providerId="ADAL" clId="{EF49D769-8099-43C9-BF83-E66CEF800656}" dt="2025-03-07T18:41:18.364" v="168" actId="20577"/>
          <ac:spMkLst>
            <pc:docMk/>
            <pc:sldMk cId="2520180062" sldId="259"/>
            <ac:spMk id="4" creationId="{6A4EF48B-EDAF-465A-5068-FDBFC790B436}"/>
          </ac:spMkLst>
        </pc:spChg>
      </pc:sldChg>
      <pc:sldChg chg="addSp modSp add mod">
        <pc:chgData name="McCracken, Bill" userId="8e60a2ab-4852-481d-b820-835bedc49759" providerId="ADAL" clId="{EF49D769-8099-43C9-BF83-E66CEF800656}" dt="2025-03-07T18:42:39.018" v="244"/>
        <pc:sldMkLst>
          <pc:docMk/>
          <pc:sldMk cId="2778533312" sldId="260"/>
        </pc:sldMkLst>
        <pc:spChg chg="add mod">
          <ac:chgData name="McCracken, Bill" userId="8e60a2ab-4852-481d-b820-835bedc49759" providerId="ADAL" clId="{EF49D769-8099-43C9-BF83-E66CEF800656}" dt="2025-03-07T18:42:39.018" v="244"/>
          <ac:spMkLst>
            <pc:docMk/>
            <pc:sldMk cId="2778533312" sldId="260"/>
            <ac:spMk id="2" creationId="{641AC00A-E3EE-AA9E-53D7-636BE1A4D2E9}"/>
          </ac:spMkLst>
        </pc:spChg>
        <pc:spChg chg="mod">
          <ac:chgData name="McCracken, Bill" userId="8e60a2ab-4852-481d-b820-835bedc49759" providerId="ADAL" clId="{EF49D769-8099-43C9-BF83-E66CEF800656}" dt="2025-03-07T18:41:23.916" v="174" actId="20577"/>
          <ac:spMkLst>
            <pc:docMk/>
            <pc:sldMk cId="2778533312" sldId="260"/>
            <ac:spMk id="4" creationId="{238DD4DB-9848-D2F6-8209-CD6761F8C55B}"/>
          </ac:spMkLst>
        </pc:spChg>
      </pc:sldChg>
      <pc:sldChg chg="add del">
        <pc:chgData name="McCracken, Bill" userId="8e60a2ab-4852-481d-b820-835bedc49759" providerId="ADAL" clId="{EF49D769-8099-43C9-BF83-E66CEF800656}" dt="2025-03-07T18:41:02.930" v="156" actId="47"/>
        <pc:sldMkLst>
          <pc:docMk/>
          <pc:sldMk cId="3244007544" sldId="260"/>
        </pc:sldMkLst>
      </pc:sldChg>
      <pc:sldChg chg="addSp modSp add mod">
        <pc:chgData name="McCracken, Bill" userId="8e60a2ab-4852-481d-b820-835bedc49759" providerId="ADAL" clId="{EF49D769-8099-43C9-BF83-E66CEF800656}" dt="2025-03-07T18:42:40.569" v="245"/>
        <pc:sldMkLst>
          <pc:docMk/>
          <pc:sldMk cId="1882847292" sldId="261"/>
        </pc:sldMkLst>
        <pc:spChg chg="add mod">
          <ac:chgData name="McCracken, Bill" userId="8e60a2ab-4852-481d-b820-835bedc49759" providerId="ADAL" clId="{EF49D769-8099-43C9-BF83-E66CEF800656}" dt="2025-03-07T18:42:40.569" v="245"/>
          <ac:spMkLst>
            <pc:docMk/>
            <pc:sldMk cId="1882847292" sldId="261"/>
            <ac:spMk id="2" creationId="{CBB50C5F-F2BA-9D87-2A0D-86218E6BF1AD}"/>
          </ac:spMkLst>
        </pc:spChg>
        <pc:spChg chg="mod">
          <ac:chgData name="McCracken, Bill" userId="8e60a2ab-4852-481d-b820-835bedc49759" providerId="ADAL" clId="{EF49D769-8099-43C9-BF83-E66CEF800656}" dt="2025-03-07T18:41:34.983" v="183" actId="20577"/>
          <ac:spMkLst>
            <pc:docMk/>
            <pc:sldMk cId="1882847292" sldId="261"/>
            <ac:spMk id="4" creationId="{057B3208-46C8-4993-BAE8-57450C47CE1A}"/>
          </ac:spMkLst>
        </pc:spChg>
        <pc:spChg chg="mod">
          <ac:chgData name="McCracken, Bill" userId="8e60a2ab-4852-481d-b820-835bedc49759" providerId="ADAL" clId="{EF49D769-8099-43C9-BF83-E66CEF800656}" dt="2025-03-07T18:41:44.806" v="184" actId="1076"/>
          <ac:spMkLst>
            <pc:docMk/>
            <pc:sldMk cId="1882847292" sldId="261"/>
            <ac:spMk id="16" creationId="{25E41832-FFBB-A578-74B3-13A0D824EA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F4DB-2106-4763-6A84-9D4E91098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787F4-9B37-5512-EC3E-DDF57858C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DC637-0261-ADF1-1220-E4E023B3D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FD69A-C671-1ECA-ECF8-AF951010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4644E-243F-B0FF-52A4-7407DE7D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3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312C-A29A-2FFA-B090-DAEED2B7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181E-7908-DE19-9F95-B7A27E508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66A50-3D9A-FCBE-9544-F24386FA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54045-18C4-141B-84AC-08E0C61B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F9978-55C6-F4D2-E994-CE04CAB6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7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16F1-F18C-651E-8BD1-853BA629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62B14-003A-B574-9063-2C11A8E5C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6BD17-8B11-48B1-6A9B-E279463E9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A47BE-56E2-BC75-6F2B-89921A99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AF16-12CE-B352-7588-09A1575F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7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B0CF7-4151-6732-C688-130E5C2DD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E09AA-0441-A705-11DF-A893B6AB6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0B5C6-1B60-BE62-79F1-D83857731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1C22B-A73A-DC16-E1CE-894EA6E3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48C5C-93AE-3C47-43C8-29BBB4D8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C33DB-B928-7C05-1D4A-98329F31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6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46E2-B086-3960-D11E-8795B071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3AA32-F0FC-2AB8-9AB8-C08AB5CDD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D8739-55E5-4D06-51AC-2E03CC3F1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81833C-C0A6-634D-AF7F-307D4E106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DA789-4AF2-8788-B6CD-98A86BB93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4E1E5-7533-3673-4730-434C5089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4A7A79-F73B-76D5-166E-0FB1E02F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86356-1107-2FC6-2A75-2374E130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65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E803-AF9C-B7AF-3899-0FCB731B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6D69B-ED28-4D77-EB0B-32C8CFBF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3983C-1860-43A4-E6BF-8732EDFF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3CB71-1AA9-C88E-C8AE-14DC9C73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79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706292-0BCC-6F04-012C-58CF0913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55BCFC-82E6-CAC5-0B4C-F5E5AEAE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195AE-8704-3290-2721-9ACFF200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4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7D96-EEB2-5664-5948-1659AA0BA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8D04B-6853-F99A-742E-D2510338E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5AFEF-248D-58FF-F32B-D0675C190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4A403-EA53-FB11-7F06-2E0F59E5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82934-2C76-C8FB-B87C-0FA68296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2FC78-12C4-F351-1AC6-079D1277D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0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3C78-B779-0ABA-FA2A-BB968194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21420-A6A8-9F86-2D08-F82FDEAAE1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3E501-2DD8-3F95-6158-08F43337E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E9082-94B7-E0B1-4ABC-0F34BD4C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62710-6FBF-8086-13D6-76C7A0B4D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3C143-6324-B198-AF2D-6F58BFB0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30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277C-D4DF-5513-182B-1276EF66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7E102-45A2-FE52-729A-82849A152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FB3C5-DACE-84C4-045D-4EB417A0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D88D5-EED1-0EB9-63CF-02C878BB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124-8957-5639-CA61-3E98E0B8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9C7A9C-D713-69DF-7D99-FBC178849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9C68B-7DC4-CD60-4A2B-A7D329F4F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1F187-B66E-4596-494A-1C072190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7495F-A3DF-403E-FFE5-F88C96CE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6FEEF-B30D-50E3-05B5-5185F405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5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185B65-AE43-74D9-0BB1-111D93A3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86666-5B71-1CF2-E873-E42D04874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48A7C-A184-0206-F653-CA8E346D6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458BA-057A-40D4-B105-E813C0A2BB79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9293B-02A9-B2D6-7217-10812CEC0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342CF-9BDC-13E4-16F8-5095EA578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6DEE1-7BEC-417A-B988-5EEC8F8CC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5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78276D-AC2B-8D37-7438-4D86977975B8}"/>
              </a:ext>
            </a:extLst>
          </p:cNvPr>
          <p:cNvSpPr/>
          <p:nvPr/>
        </p:nvSpPr>
        <p:spPr>
          <a:xfrm>
            <a:off x="1412393" y="3119840"/>
            <a:ext cx="859153" cy="11083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OOBE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4494D-8277-72D5-A286-E820F793B284}"/>
              </a:ext>
            </a:extLst>
          </p:cNvPr>
          <p:cNvSpPr/>
          <p:nvPr/>
        </p:nvSpPr>
        <p:spPr>
          <a:xfrm>
            <a:off x="289146" y="3077136"/>
            <a:ext cx="859153" cy="1123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OEM Factory Preloading Carrier Tools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BB0C3-D4CB-124F-369B-F19AF8E4CFF8}"/>
              </a:ext>
            </a:extLst>
          </p:cNvPr>
          <p:cNvSpPr/>
          <p:nvPr/>
        </p:nvSpPr>
        <p:spPr>
          <a:xfrm>
            <a:off x="2478659" y="3119840"/>
            <a:ext cx="1353424" cy="11083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On Device Carrier Tools Client</a:t>
            </a:r>
          </a:p>
          <a:p>
            <a:pPr algn="ctr"/>
            <a:r>
              <a:rPr lang="en-US" sz="1200" dirty="0"/>
              <a:t>starts AI Device UX Profile “Learning” Mode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39603D-6D70-4F46-AAD9-7003B79D12EF}"/>
              </a:ext>
            </a:extLst>
          </p:cNvPr>
          <p:cNvSpPr/>
          <p:nvPr/>
        </p:nvSpPr>
        <p:spPr>
          <a:xfrm>
            <a:off x="4405513" y="847225"/>
            <a:ext cx="1353424" cy="1079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Carrier Tools periodically stores meta-data config file at 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8DFC3-BA19-835D-2D58-22F2CC30E6B8}"/>
              </a:ext>
            </a:extLst>
          </p:cNvPr>
          <p:cNvSpPr/>
          <p:nvPr/>
        </p:nvSpPr>
        <p:spPr>
          <a:xfrm>
            <a:off x="4405512" y="1966029"/>
            <a:ext cx="1353423" cy="514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Stores preferred and exact config and layout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5E78F4-73AB-BD18-E965-214F33FE8900}"/>
              </a:ext>
            </a:extLst>
          </p:cNvPr>
          <p:cNvSpPr/>
          <p:nvPr/>
        </p:nvSpPr>
        <p:spPr>
          <a:xfrm>
            <a:off x="9289371" y="1008421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 tray configuration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FEEB78-175F-3B6F-C98F-CA053DD9B931}"/>
              </a:ext>
            </a:extLst>
          </p:cNvPr>
          <p:cNvSpPr/>
          <p:nvPr/>
        </p:nvSpPr>
        <p:spPr>
          <a:xfrm>
            <a:off x="9289371" y="1679805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 screen configuration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829F9-39D3-9331-F485-C3FC47296A3B}"/>
              </a:ext>
            </a:extLst>
          </p:cNvPr>
          <p:cNvSpPr/>
          <p:nvPr/>
        </p:nvSpPr>
        <p:spPr>
          <a:xfrm>
            <a:off x="9289371" y="2353698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Brightness Setting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9CE048-F4C7-D7D9-7435-8839DDBD5B92}"/>
              </a:ext>
            </a:extLst>
          </p:cNvPr>
          <p:cNvSpPr/>
          <p:nvPr/>
        </p:nvSpPr>
        <p:spPr>
          <a:xfrm>
            <a:off x="9289371" y="3027591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Sound level Setting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49899D-1B0A-917E-CFFF-A6970DA71E33}"/>
              </a:ext>
            </a:extLst>
          </p:cNvPr>
          <p:cNvSpPr/>
          <p:nvPr/>
        </p:nvSpPr>
        <p:spPr>
          <a:xfrm>
            <a:off x="9289371" y="3679445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Font size / Magnification Setting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E85C67-FD03-3EE6-E928-94E7B2042051}"/>
              </a:ext>
            </a:extLst>
          </p:cNvPr>
          <p:cNvSpPr/>
          <p:nvPr/>
        </p:nvSpPr>
        <p:spPr>
          <a:xfrm>
            <a:off x="9144000" y="453081"/>
            <a:ext cx="2734962" cy="6194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64ABE-442A-A68E-5A8C-D801EB3C1A18}"/>
              </a:ext>
            </a:extLst>
          </p:cNvPr>
          <p:cNvSpPr txBox="1"/>
          <p:nvPr/>
        </p:nvSpPr>
        <p:spPr>
          <a:xfrm>
            <a:off x="9144000" y="476127"/>
            <a:ext cx="2734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AI Learning User </a:t>
            </a:r>
          </a:p>
          <a:p>
            <a:pPr algn="ctr"/>
            <a:r>
              <a:rPr lang="en-US" sz="1400" dirty="0"/>
              <a:t>Profile Settings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5E585F-7395-0797-2ECA-8E1CB9AA4F8B}"/>
              </a:ext>
            </a:extLst>
          </p:cNvPr>
          <p:cNvSpPr/>
          <p:nvPr/>
        </p:nvSpPr>
        <p:spPr>
          <a:xfrm>
            <a:off x="9289371" y="4340787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Notification </a:t>
            </a:r>
            <a:r>
              <a:rPr lang="en-US" sz="1200" dirty="0" err="1"/>
              <a:t>Prefs</a:t>
            </a:r>
            <a:r>
              <a:rPr lang="en-US" sz="1200" dirty="0"/>
              <a:t> Per App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DC34EE-4FC0-0759-234A-568FC3F1D7AC}"/>
              </a:ext>
            </a:extLst>
          </p:cNvPr>
          <p:cNvSpPr/>
          <p:nvPr/>
        </p:nvSpPr>
        <p:spPr>
          <a:xfrm>
            <a:off x="9289370" y="5086311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Re-create/grid place folders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48CE07-B1F9-1FB4-A245-5B7BDF425888}"/>
              </a:ext>
            </a:extLst>
          </p:cNvPr>
          <p:cNvSpPr/>
          <p:nvPr/>
        </p:nvSpPr>
        <p:spPr>
          <a:xfrm>
            <a:off x="9289369" y="5831835"/>
            <a:ext cx="1172683" cy="7254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Ensure all apps are up-to-date from Store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6BDACC-2BC7-C22D-5EBE-5E355F14A391}"/>
              </a:ext>
            </a:extLst>
          </p:cNvPr>
          <p:cNvSpPr/>
          <p:nvPr/>
        </p:nvSpPr>
        <p:spPr>
          <a:xfrm>
            <a:off x="10619536" y="1008421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Sort Option for App Tray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6E6ED-2CA4-7AAA-136B-5593E970A70C}"/>
              </a:ext>
            </a:extLst>
          </p:cNvPr>
          <p:cNvSpPr/>
          <p:nvPr/>
        </p:nvSpPr>
        <p:spPr>
          <a:xfrm>
            <a:off x="10625361" y="1679805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Home Screen Grid (4x4)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7315CF-1D30-34FC-E511-7E8D07934F44}"/>
              </a:ext>
            </a:extLst>
          </p:cNvPr>
          <p:cNvSpPr/>
          <p:nvPr/>
        </p:nvSpPr>
        <p:spPr>
          <a:xfrm>
            <a:off x="10619536" y="2356919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Folder Grid (4x4)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105189-7EAA-F305-B2B4-BA9CF7AF900C}"/>
              </a:ext>
            </a:extLst>
          </p:cNvPr>
          <p:cNvSpPr/>
          <p:nvPr/>
        </p:nvSpPr>
        <p:spPr>
          <a:xfrm>
            <a:off x="10619536" y="3016660"/>
            <a:ext cx="1172683" cy="976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Any Home Screen or App Tray Setting Retained / Restored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000C02-87F8-B450-2C2C-A65C3D21DB4E}"/>
              </a:ext>
            </a:extLst>
          </p:cNvPr>
          <p:cNvSpPr/>
          <p:nvPr/>
        </p:nvSpPr>
        <p:spPr>
          <a:xfrm>
            <a:off x="10619536" y="4202011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Preferred AI Tool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3FC202-9FBE-9DF6-D6F2-DA3ABF8DC9DE}"/>
              </a:ext>
            </a:extLst>
          </p:cNvPr>
          <p:cNvSpPr/>
          <p:nvPr/>
        </p:nvSpPr>
        <p:spPr>
          <a:xfrm>
            <a:off x="10619536" y="4858332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Battery Optimizations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5BE721-51E4-C5D9-CCDA-C2A17F9F0495}"/>
              </a:ext>
            </a:extLst>
          </p:cNvPr>
          <p:cNvSpPr/>
          <p:nvPr/>
        </p:nvSpPr>
        <p:spPr>
          <a:xfrm>
            <a:off x="10607421" y="5526430"/>
            <a:ext cx="1172683" cy="5082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Wallpaper/Lock Screen, </a:t>
            </a:r>
            <a:r>
              <a:rPr lang="en-US" sz="1200" dirty="0" err="1"/>
              <a:t>etc</a:t>
            </a:r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5E5988-651C-0D57-7EB6-697774FA4FEA}"/>
              </a:ext>
            </a:extLst>
          </p:cNvPr>
          <p:cNvSpPr/>
          <p:nvPr/>
        </p:nvSpPr>
        <p:spPr>
          <a:xfrm>
            <a:off x="6990252" y="903643"/>
            <a:ext cx="1235675" cy="966703"/>
          </a:xfrm>
          <a:prstGeom prst="rect">
            <a:avLst/>
          </a:prstGeom>
          <a:solidFill>
            <a:srgbClr val="E92FD3"/>
          </a:solidFill>
          <a:ln>
            <a:solidFill>
              <a:srgbClr val="E92F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T-Mobile </a:t>
            </a:r>
          </a:p>
          <a:p>
            <a:pPr algn="ctr"/>
            <a:r>
              <a:rPr lang="en-US" sz="1100" dirty="0"/>
              <a:t>Carrier Tool Servers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08CB29-801B-0922-857A-3E71DE229387}"/>
              </a:ext>
            </a:extLst>
          </p:cNvPr>
          <p:cNvSpPr txBox="1"/>
          <p:nvPr/>
        </p:nvSpPr>
        <p:spPr>
          <a:xfrm>
            <a:off x="2915449" y="99238"/>
            <a:ext cx="480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On-Device Custom AI User Experience Profiling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BE9022-7082-734B-C8CB-FF6CD729D1BB}"/>
              </a:ext>
            </a:extLst>
          </p:cNvPr>
          <p:cNvSpPr/>
          <p:nvPr/>
        </p:nvSpPr>
        <p:spPr>
          <a:xfrm>
            <a:off x="2478659" y="4368537"/>
            <a:ext cx="1353424" cy="662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Starts AI Device UX Profile “Learning” Mode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227A1-306C-6342-7B9F-EDD23C7DA6B3}"/>
              </a:ext>
            </a:extLst>
          </p:cNvPr>
          <p:cNvSpPr/>
          <p:nvPr/>
        </p:nvSpPr>
        <p:spPr>
          <a:xfrm>
            <a:off x="4136489" y="3133721"/>
            <a:ext cx="1353424" cy="1079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Carrier Tools checks for prior meta data file of customer from T-Mobile Servers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CFB5C14-A0E0-C950-2760-D2388F2AC89F}"/>
              </a:ext>
            </a:extLst>
          </p:cNvPr>
          <p:cNvCxnSpPr>
            <a:stCxn id="6" idx="0"/>
            <a:endCxn id="7" idx="1"/>
          </p:cNvCxnSpPr>
          <p:nvPr/>
        </p:nvCxnSpPr>
        <p:spPr>
          <a:xfrm rot="5400000" flipH="1" flipV="1">
            <a:off x="2914020" y="1628347"/>
            <a:ext cx="1732844" cy="12501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3FE4F2A-227E-2498-006E-7747B9650FAB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5758937" y="1386995"/>
            <a:ext cx="12313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5A858A5-F7AE-CF33-8AFA-E1A3A9FF1EE8}"/>
              </a:ext>
            </a:extLst>
          </p:cNvPr>
          <p:cNvSpPr/>
          <p:nvPr/>
        </p:nvSpPr>
        <p:spPr>
          <a:xfrm>
            <a:off x="6025377" y="3128984"/>
            <a:ext cx="1353424" cy="1071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When found, Carrier Tools On-Device Client engages user to restore Device UX profile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2DF726C-A055-A837-F469-3B8565997B4A}"/>
              </a:ext>
            </a:extLst>
          </p:cNvPr>
          <p:cNvCxnSpPr>
            <a:endCxn id="28" idx="3"/>
          </p:cNvCxnSpPr>
          <p:nvPr/>
        </p:nvCxnSpPr>
        <p:spPr>
          <a:xfrm flipH="1">
            <a:off x="8225927" y="1386994"/>
            <a:ext cx="91807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49D8B76-7147-3DDE-C45F-AE0C8FCF07A0}"/>
              </a:ext>
            </a:extLst>
          </p:cNvPr>
          <p:cNvCxnSpPr>
            <a:cxnSpLocks/>
            <a:stCxn id="31" idx="3"/>
            <a:endCxn id="36" idx="1"/>
          </p:cNvCxnSpPr>
          <p:nvPr/>
        </p:nvCxnSpPr>
        <p:spPr>
          <a:xfrm flipV="1">
            <a:off x="5489913" y="3664666"/>
            <a:ext cx="535464" cy="8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BD718C9E-1544-C187-DC6F-1B7B741FDE03}"/>
              </a:ext>
            </a:extLst>
          </p:cNvPr>
          <p:cNvCxnSpPr>
            <a:stCxn id="36" idx="0"/>
            <a:endCxn id="8" idx="2"/>
          </p:cNvCxnSpPr>
          <p:nvPr/>
        </p:nvCxnSpPr>
        <p:spPr>
          <a:xfrm rot="16200000" flipV="1">
            <a:off x="5568135" y="1995029"/>
            <a:ext cx="648044" cy="16198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BBEBC3E-2102-952D-58A2-3C046A11ABFD}"/>
              </a:ext>
            </a:extLst>
          </p:cNvPr>
          <p:cNvCxnSpPr>
            <a:cxnSpLocks/>
            <a:stCxn id="6" idx="3"/>
            <a:endCxn id="31" idx="1"/>
          </p:cNvCxnSpPr>
          <p:nvPr/>
        </p:nvCxnSpPr>
        <p:spPr>
          <a:xfrm flipV="1">
            <a:off x="3832083" y="3673492"/>
            <a:ext cx="304406" cy="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0332D7D-3E69-8F36-2906-DD95B6C667DA}"/>
              </a:ext>
            </a:extLst>
          </p:cNvPr>
          <p:cNvSpPr txBox="1"/>
          <p:nvPr/>
        </p:nvSpPr>
        <p:spPr>
          <a:xfrm>
            <a:off x="2374264" y="6488668"/>
            <a:ext cx="2438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Bill McCracken © 2025</a:t>
            </a:r>
          </a:p>
        </p:txBody>
      </p:sp>
    </p:spTree>
    <p:extLst>
      <p:ext uri="{BB962C8B-B14F-4D97-AF65-F5344CB8AC3E}">
        <p14:creationId xmlns:p14="http://schemas.microsoft.com/office/powerpoint/2010/main" val="246273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745E89-3FB0-59CF-05C1-9A203DB80D87}"/>
              </a:ext>
            </a:extLst>
          </p:cNvPr>
          <p:cNvSpPr/>
          <p:nvPr/>
        </p:nvSpPr>
        <p:spPr>
          <a:xfrm>
            <a:off x="560778" y="1446968"/>
            <a:ext cx="4066763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Samsung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1613F8-BE3F-B5B2-0182-CB01F24EA432}"/>
              </a:ext>
            </a:extLst>
          </p:cNvPr>
          <p:cNvSpPr txBox="1"/>
          <p:nvPr/>
        </p:nvSpPr>
        <p:spPr>
          <a:xfrm>
            <a:off x="1932667" y="181299"/>
            <a:ext cx="8851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On-Device Custom AI User Experience Profiling – User Final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7DB8F-3469-C5EE-400C-8122E7C40145}"/>
              </a:ext>
            </a:extLst>
          </p:cNvPr>
          <p:cNvSpPr/>
          <p:nvPr/>
        </p:nvSpPr>
        <p:spPr>
          <a:xfrm>
            <a:off x="7541125" y="1446968"/>
            <a:ext cx="4032738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Final UX Setup</a:t>
            </a:r>
          </a:p>
        </p:txBody>
      </p:sp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45AE04FF-B41A-B30A-1430-0E895C961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125" y="2191306"/>
            <a:ext cx="2005475" cy="3935744"/>
          </a:xfrm>
          <a:prstGeom prst="rect">
            <a:avLst/>
          </a:prstGeom>
        </p:spPr>
      </p:pic>
      <p:pic>
        <p:nvPicPr>
          <p:cNvPr id="13" name="Picture 12" descr="A screen shot of a phone&#10;&#10;AI-generated content may be incorrect.">
            <a:extLst>
              <a:ext uri="{FF2B5EF4-FFF2-40B4-BE49-F238E27FC236}">
                <a16:creationId xmlns:a16="http://schemas.microsoft.com/office/drawing/2014/main" id="{B84106DA-EFE1-FD91-2938-7BEB8F93A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905" y="2191306"/>
            <a:ext cx="2005475" cy="3935746"/>
          </a:xfrm>
          <a:prstGeom prst="rect">
            <a:avLst/>
          </a:prstGeom>
        </p:spPr>
      </p:pic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C54475F-DCF0-61F9-7F9B-59B96D385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664" y="2191306"/>
            <a:ext cx="1829212" cy="3935746"/>
          </a:xfrm>
          <a:prstGeom prst="rect">
            <a:avLst/>
          </a:prstGeom>
        </p:spPr>
      </p:pic>
      <p:pic>
        <p:nvPicPr>
          <p:cNvPr id="15" name="Picture 14" descr="A screenshot of a cell phone&#10;&#10;Description automatically generated with medium confidence">
            <a:extLst>
              <a:ext uri="{FF2B5EF4-FFF2-40B4-BE49-F238E27FC236}">
                <a16:creationId xmlns:a16="http://schemas.microsoft.com/office/drawing/2014/main" id="{B991F0C1-322D-B354-E805-79698ECD9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13" y="2191306"/>
            <a:ext cx="1816498" cy="3935744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4496FBEA-BE0D-14D6-15A7-7BECFA238984}"/>
              </a:ext>
            </a:extLst>
          </p:cNvPr>
          <p:cNvSpPr/>
          <p:nvPr/>
        </p:nvSpPr>
        <p:spPr>
          <a:xfrm>
            <a:off x="5732584" y="4159178"/>
            <a:ext cx="726831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BAB89A-BDFB-5DED-2670-4DDB2CC07411}"/>
              </a:ext>
            </a:extLst>
          </p:cNvPr>
          <p:cNvSpPr/>
          <p:nvPr/>
        </p:nvSpPr>
        <p:spPr>
          <a:xfrm>
            <a:off x="5419288" y="2555112"/>
            <a:ext cx="1353424" cy="1108349"/>
          </a:xfrm>
          <a:prstGeom prst="rect">
            <a:avLst/>
          </a:prstGeom>
          <a:solidFill>
            <a:srgbClr val="E92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T-Mobile On Device Carrier Tools Client</a:t>
            </a:r>
          </a:p>
          <a:p>
            <a:pPr algn="ctr"/>
            <a:r>
              <a:rPr lang="en-US" sz="1200" dirty="0"/>
              <a:t>AI Device UX Profile Changes</a:t>
            </a:r>
          </a:p>
        </p:txBody>
      </p:sp>
    </p:spTree>
    <p:extLst>
      <p:ext uri="{BB962C8B-B14F-4D97-AF65-F5344CB8AC3E}">
        <p14:creationId xmlns:p14="http://schemas.microsoft.com/office/powerpoint/2010/main" val="3080528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DFA0-6C3D-4D22-5649-CC941A88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0E8791-BEA0-25CB-FED7-A14A81F95BB9}"/>
              </a:ext>
            </a:extLst>
          </p:cNvPr>
          <p:cNvSpPr/>
          <p:nvPr/>
        </p:nvSpPr>
        <p:spPr>
          <a:xfrm>
            <a:off x="560778" y="1446968"/>
            <a:ext cx="4066763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Apple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A28E6-367E-9605-697E-837353573C2D}"/>
              </a:ext>
            </a:extLst>
          </p:cNvPr>
          <p:cNvSpPr txBox="1"/>
          <p:nvPr/>
        </p:nvSpPr>
        <p:spPr>
          <a:xfrm>
            <a:off x="1932667" y="181299"/>
            <a:ext cx="8851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On-Device Custom AI User Experience Profiling – User Final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2F9BC-9888-3AD9-1C63-6473FFB532E5}"/>
              </a:ext>
            </a:extLst>
          </p:cNvPr>
          <p:cNvSpPr/>
          <p:nvPr/>
        </p:nvSpPr>
        <p:spPr>
          <a:xfrm>
            <a:off x="7541125" y="1446968"/>
            <a:ext cx="4032738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Final UX Setup</a:t>
            </a:r>
          </a:p>
        </p:txBody>
      </p:sp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78BB660-1A4B-F04B-FB6C-8F182856D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125" y="2191306"/>
            <a:ext cx="2005475" cy="3935744"/>
          </a:xfrm>
          <a:prstGeom prst="rect">
            <a:avLst/>
          </a:prstGeom>
        </p:spPr>
      </p:pic>
      <p:pic>
        <p:nvPicPr>
          <p:cNvPr id="13" name="Picture 12" descr="A screen shot of a phone&#10;&#10;AI-generated content may be incorrect.">
            <a:extLst>
              <a:ext uri="{FF2B5EF4-FFF2-40B4-BE49-F238E27FC236}">
                <a16:creationId xmlns:a16="http://schemas.microsoft.com/office/drawing/2014/main" id="{09932046-7586-54F3-8E76-87DBD7D0A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905" y="2191306"/>
            <a:ext cx="2005475" cy="3935746"/>
          </a:xfrm>
          <a:prstGeom prst="rect">
            <a:avLst/>
          </a:prstGeom>
        </p:spPr>
      </p:pic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B9EA351-13DB-0CC9-2BF9-59B14E4F1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664" y="2191306"/>
            <a:ext cx="1829212" cy="3935746"/>
          </a:xfrm>
          <a:prstGeom prst="rect">
            <a:avLst/>
          </a:prstGeom>
        </p:spPr>
      </p:pic>
      <p:pic>
        <p:nvPicPr>
          <p:cNvPr id="15" name="Picture 14" descr="A screenshot of a cell phone&#10;&#10;Description automatically generated with medium confidence">
            <a:extLst>
              <a:ext uri="{FF2B5EF4-FFF2-40B4-BE49-F238E27FC236}">
                <a16:creationId xmlns:a16="http://schemas.microsoft.com/office/drawing/2014/main" id="{01233E4C-DA46-7AC8-7EA2-E3C1D0FEB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14" y="2191306"/>
            <a:ext cx="1816498" cy="3935744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174AA47C-DDFE-67D4-DDE1-738EC1085930}"/>
              </a:ext>
            </a:extLst>
          </p:cNvPr>
          <p:cNvSpPr/>
          <p:nvPr/>
        </p:nvSpPr>
        <p:spPr>
          <a:xfrm>
            <a:off x="5732584" y="4159178"/>
            <a:ext cx="726831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9690BF-B183-56D3-F6CD-019080D87B9C}"/>
              </a:ext>
            </a:extLst>
          </p:cNvPr>
          <p:cNvSpPr/>
          <p:nvPr/>
        </p:nvSpPr>
        <p:spPr>
          <a:xfrm>
            <a:off x="5419288" y="2555112"/>
            <a:ext cx="1353424" cy="1108349"/>
          </a:xfrm>
          <a:prstGeom prst="rect">
            <a:avLst/>
          </a:prstGeom>
          <a:solidFill>
            <a:srgbClr val="E92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T-Mobile On Device Carrier Tools Client</a:t>
            </a:r>
          </a:p>
          <a:p>
            <a:pPr algn="ctr"/>
            <a:r>
              <a:rPr lang="en-US" sz="1200" dirty="0"/>
              <a:t>AI Device UX Profile Changes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30FE58-2FB7-C05F-2321-7F96EF907CBC}"/>
              </a:ext>
            </a:extLst>
          </p:cNvPr>
          <p:cNvSpPr txBox="1"/>
          <p:nvPr/>
        </p:nvSpPr>
        <p:spPr>
          <a:xfrm rot="20200555">
            <a:off x="314934" y="1353788"/>
            <a:ext cx="4245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Jake grab screen shots for these please</a:t>
            </a:r>
          </a:p>
        </p:txBody>
      </p:sp>
    </p:spTree>
    <p:extLst>
      <p:ext uri="{BB962C8B-B14F-4D97-AF65-F5344CB8AC3E}">
        <p14:creationId xmlns:p14="http://schemas.microsoft.com/office/powerpoint/2010/main" val="2176592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76C0D-F87A-2592-07D5-BE67F903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4EF48B-EDAF-465A-5068-FDBFC790B436}"/>
              </a:ext>
            </a:extLst>
          </p:cNvPr>
          <p:cNvSpPr/>
          <p:nvPr/>
        </p:nvSpPr>
        <p:spPr>
          <a:xfrm>
            <a:off x="560778" y="1446968"/>
            <a:ext cx="4066763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E7108-EADE-E999-9455-650E6523B2EE}"/>
              </a:ext>
            </a:extLst>
          </p:cNvPr>
          <p:cNvSpPr txBox="1"/>
          <p:nvPr/>
        </p:nvSpPr>
        <p:spPr>
          <a:xfrm>
            <a:off x="1932667" y="181299"/>
            <a:ext cx="8851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On-Device Custom AI User Experience Profiling – User Final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6C5473-140C-4BEF-0737-8E7D8AE76DEE}"/>
              </a:ext>
            </a:extLst>
          </p:cNvPr>
          <p:cNvSpPr/>
          <p:nvPr/>
        </p:nvSpPr>
        <p:spPr>
          <a:xfrm>
            <a:off x="7541125" y="1446968"/>
            <a:ext cx="4032738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Final UX Setup</a:t>
            </a:r>
          </a:p>
        </p:txBody>
      </p:sp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9479993-E3CE-849A-9916-E406F4678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125" y="2191306"/>
            <a:ext cx="2005475" cy="3935744"/>
          </a:xfrm>
          <a:prstGeom prst="rect">
            <a:avLst/>
          </a:prstGeom>
        </p:spPr>
      </p:pic>
      <p:pic>
        <p:nvPicPr>
          <p:cNvPr id="13" name="Picture 12" descr="A screen shot of a phone&#10;&#10;AI-generated content may be incorrect.">
            <a:extLst>
              <a:ext uri="{FF2B5EF4-FFF2-40B4-BE49-F238E27FC236}">
                <a16:creationId xmlns:a16="http://schemas.microsoft.com/office/drawing/2014/main" id="{8E05E801-C88C-1FD9-1BB8-33B658ACC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905" y="2191306"/>
            <a:ext cx="2005475" cy="3935746"/>
          </a:xfrm>
          <a:prstGeom prst="rect">
            <a:avLst/>
          </a:prstGeom>
        </p:spPr>
      </p:pic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76B032D-DDB6-E1FE-2113-05A8B3E4C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664" y="2191306"/>
            <a:ext cx="1829212" cy="3935746"/>
          </a:xfrm>
          <a:prstGeom prst="rect">
            <a:avLst/>
          </a:prstGeom>
        </p:spPr>
      </p:pic>
      <p:pic>
        <p:nvPicPr>
          <p:cNvPr id="15" name="Picture 14" descr="A screenshot of a cell phone&#10;&#10;Description automatically generated with medium confidence">
            <a:extLst>
              <a:ext uri="{FF2B5EF4-FFF2-40B4-BE49-F238E27FC236}">
                <a16:creationId xmlns:a16="http://schemas.microsoft.com/office/drawing/2014/main" id="{E8F08DF5-83AC-3BF9-6677-29353F816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13" y="2191306"/>
            <a:ext cx="1816498" cy="3935744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77EA7D-39AE-8368-A602-D8C73E3D4144}"/>
              </a:ext>
            </a:extLst>
          </p:cNvPr>
          <p:cNvSpPr/>
          <p:nvPr/>
        </p:nvSpPr>
        <p:spPr>
          <a:xfrm>
            <a:off x="5732584" y="4159178"/>
            <a:ext cx="726831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6DAD2B-7448-A8B9-4452-6AC798B4F3FA}"/>
              </a:ext>
            </a:extLst>
          </p:cNvPr>
          <p:cNvSpPr/>
          <p:nvPr/>
        </p:nvSpPr>
        <p:spPr>
          <a:xfrm>
            <a:off x="5419288" y="2555112"/>
            <a:ext cx="1353424" cy="1108349"/>
          </a:xfrm>
          <a:prstGeom prst="rect">
            <a:avLst/>
          </a:prstGeom>
          <a:solidFill>
            <a:srgbClr val="E92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T-Mobile On Device Carrier Tools Client</a:t>
            </a:r>
          </a:p>
          <a:p>
            <a:pPr algn="ctr"/>
            <a:r>
              <a:rPr lang="en-US" sz="1200" dirty="0"/>
              <a:t>AI Device UX Profile Changes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74BC33-6D01-E60C-E3F7-3CF18BACE3D2}"/>
              </a:ext>
            </a:extLst>
          </p:cNvPr>
          <p:cNvSpPr txBox="1"/>
          <p:nvPr/>
        </p:nvSpPr>
        <p:spPr>
          <a:xfrm rot="20200555">
            <a:off x="314934" y="1353788"/>
            <a:ext cx="4245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Jake grab screen shots for these please</a:t>
            </a:r>
          </a:p>
        </p:txBody>
      </p:sp>
    </p:spTree>
    <p:extLst>
      <p:ext uri="{BB962C8B-B14F-4D97-AF65-F5344CB8AC3E}">
        <p14:creationId xmlns:p14="http://schemas.microsoft.com/office/powerpoint/2010/main" val="252018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03CF-FB45-31E6-E4F5-13BACB77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8DD4DB-9848-D2F6-8209-CD6761F8C55B}"/>
              </a:ext>
            </a:extLst>
          </p:cNvPr>
          <p:cNvSpPr/>
          <p:nvPr/>
        </p:nvSpPr>
        <p:spPr>
          <a:xfrm>
            <a:off x="560778" y="1446968"/>
            <a:ext cx="4066763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Tablet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6E4FA-6A72-9B70-B038-C80F291A941B}"/>
              </a:ext>
            </a:extLst>
          </p:cNvPr>
          <p:cNvSpPr txBox="1"/>
          <p:nvPr/>
        </p:nvSpPr>
        <p:spPr>
          <a:xfrm>
            <a:off x="1932667" y="181299"/>
            <a:ext cx="8851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On-Device Custom AI User Experience Profiling – User Final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23F150-92D3-EE6B-DA2D-F714D31F6064}"/>
              </a:ext>
            </a:extLst>
          </p:cNvPr>
          <p:cNvSpPr/>
          <p:nvPr/>
        </p:nvSpPr>
        <p:spPr>
          <a:xfrm>
            <a:off x="7541125" y="1446968"/>
            <a:ext cx="4032738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Final UX Setup</a:t>
            </a:r>
          </a:p>
        </p:txBody>
      </p:sp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3FAFF3E-977E-A22A-0B22-5B53211FE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125" y="2191306"/>
            <a:ext cx="2005475" cy="3935744"/>
          </a:xfrm>
          <a:prstGeom prst="rect">
            <a:avLst/>
          </a:prstGeom>
        </p:spPr>
      </p:pic>
      <p:pic>
        <p:nvPicPr>
          <p:cNvPr id="13" name="Picture 12" descr="A screen shot of a phone&#10;&#10;AI-generated content may be incorrect.">
            <a:extLst>
              <a:ext uri="{FF2B5EF4-FFF2-40B4-BE49-F238E27FC236}">
                <a16:creationId xmlns:a16="http://schemas.microsoft.com/office/drawing/2014/main" id="{31148CED-F500-D3F1-F6E0-EE7F82525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905" y="2191306"/>
            <a:ext cx="2005475" cy="3935746"/>
          </a:xfrm>
          <a:prstGeom prst="rect">
            <a:avLst/>
          </a:prstGeom>
        </p:spPr>
      </p:pic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36EBD6B-4A53-F964-0E2E-B8581157B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664" y="2191306"/>
            <a:ext cx="1829212" cy="3935746"/>
          </a:xfrm>
          <a:prstGeom prst="rect">
            <a:avLst/>
          </a:prstGeom>
        </p:spPr>
      </p:pic>
      <p:pic>
        <p:nvPicPr>
          <p:cNvPr id="15" name="Picture 14" descr="A screenshot of a cell phone&#10;&#10;Description automatically generated with medium confidence">
            <a:extLst>
              <a:ext uri="{FF2B5EF4-FFF2-40B4-BE49-F238E27FC236}">
                <a16:creationId xmlns:a16="http://schemas.microsoft.com/office/drawing/2014/main" id="{816373B9-DBFA-97CF-A28B-D0BA187FF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13" y="2191306"/>
            <a:ext cx="1816498" cy="3935744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97A99CBC-9116-0853-1FBD-1A89E2077F4A}"/>
              </a:ext>
            </a:extLst>
          </p:cNvPr>
          <p:cNvSpPr/>
          <p:nvPr/>
        </p:nvSpPr>
        <p:spPr>
          <a:xfrm>
            <a:off x="5732584" y="4159178"/>
            <a:ext cx="726831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25D449-0E6C-D02B-8C17-99F159C921DD}"/>
              </a:ext>
            </a:extLst>
          </p:cNvPr>
          <p:cNvSpPr/>
          <p:nvPr/>
        </p:nvSpPr>
        <p:spPr>
          <a:xfrm>
            <a:off x="5419288" y="2555112"/>
            <a:ext cx="1353424" cy="1108349"/>
          </a:xfrm>
          <a:prstGeom prst="rect">
            <a:avLst/>
          </a:prstGeom>
          <a:solidFill>
            <a:srgbClr val="E92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T-Mobile On Device Carrier Tools Client</a:t>
            </a:r>
          </a:p>
          <a:p>
            <a:pPr algn="ctr"/>
            <a:r>
              <a:rPr lang="en-US" sz="1200" dirty="0"/>
              <a:t>AI Device UX Profile Changes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1AC00A-E3EE-AA9E-53D7-636BE1A4D2E9}"/>
              </a:ext>
            </a:extLst>
          </p:cNvPr>
          <p:cNvSpPr txBox="1"/>
          <p:nvPr/>
        </p:nvSpPr>
        <p:spPr>
          <a:xfrm rot="20200555">
            <a:off x="314934" y="1353788"/>
            <a:ext cx="4245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Jake grab screen shots for these please</a:t>
            </a:r>
          </a:p>
        </p:txBody>
      </p:sp>
    </p:spTree>
    <p:extLst>
      <p:ext uri="{BB962C8B-B14F-4D97-AF65-F5344CB8AC3E}">
        <p14:creationId xmlns:p14="http://schemas.microsoft.com/office/powerpoint/2010/main" val="2778533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FAA3-5E1D-6836-AFCC-3F3B82D5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B3208-46C8-4993-BAE8-57450C47CE1A}"/>
              </a:ext>
            </a:extLst>
          </p:cNvPr>
          <p:cNvSpPr/>
          <p:nvPr/>
        </p:nvSpPr>
        <p:spPr>
          <a:xfrm>
            <a:off x="560778" y="1446968"/>
            <a:ext cx="4066763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Smart TV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4070B-D067-1C89-EBEB-9E7DA98E27EC}"/>
              </a:ext>
            </a:extLst>
          </p:cNvPr>
          <p:cNvSpPr txBox="1"/>
          <p:nvPr/>
        </p:nvSpPr>
        <p:spPr>
          <a:xfrm>
            <a:off x="1932667" y="181299"/>
            <a:ext cx="8851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On-Device Custom AI User Experience Profiling – User Final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75C90A-F948-A129-E3B7-885DABC1AEB8}"/>
              </a:ext>
            </a:extLst>
          </p:cNvPr>
          <p:cNvSpPr/>
          <p:nvPr/>
        </p:nvSpPr>
        <p:spPr>
          <a:xfrm>
            <a:off x="7541125" y="1446968"/>
            <a:ext cx="4032738" cy="369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Final UX Setup</a:t>
            </a:r>
          </a:p>
        </p:txBody>
      </p:sp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14CD53A-9A35-BE63-1E86-94B692803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125" y="2191306"/>
            <a:ext cx="2005475" cy="3935744"/>
          </a:xfrm>
          <a:prstGeom prst="rect">
            <a:avLst/>
          </a:prstGeom>
        </p:spPr>
      </p:pic>
      <p:pic>
        <p:nvPicPr>
          <p:cNvPr id="13" name="Picture 12" descr="A screen shot of a phone&#10;&#10;AI-generated content may be incorrect.">
            <a:extLst>
              <a:ext uri="{FF2B5EF4-FFF2-40B4-BE49-F238E27FC236}">
                <a16:creationId xmlns:a16="http://schemas.microsoft.com/office/drawing/2014/main" id="{BD417049-EBBC-B7B5-DC27-F8161C07D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905" y="2191306"/>
            <a:ext cx="2005475" cy="3935746"/>
          </a:xfrm>
          <a:prstGeom prst="rect">
            <a:avLst/>
          </a:prstGeom>
        </p:spPr>
      </p:pic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00474F3-E9E8-8C4B-13CB-40363E0B0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664" y="2191306"/>
            <a:ext cx="1829212" cy="3935746"/>
          </a:xfrm>
          <a:prstGeom prst="rect">
            <a:avLst/>
          </a:prstGeom>
        </p:spPr>
      </p:pic>
      <p:pic>
        <p:nvPicPr>
          <p:cNvPr id="15" name="Picture 14" descr="A screenshot of a cell phone&#10;&#10;Description automatically generated with medium confidence">
            <a:extLst>
              <a:ext uri="{FF2B5EF4-FFF2-40B4-BE49-F238E27FC236}">
                <a16:creationId xmlns:a16="http://schemas.microsoft.com/office/drawing/2014/main" id="{20C909D3-2024-CEC3-7ED7-2B4CE7F5F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13" y="2191306"/>
            <a:ext cx="1816498" cy="3935744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25E41832-FFBB-A578-74B3-13A0D824EAE5}"/>
              </a:ext>
            </a:extLst>
          </p:cNvPr>
          <p:cNvSpPr/>
          <p:nvPr/>
        </p:nvSpPr>
        <p:spPr>
          <a:xfrm>
            <a:off x="5732585" y="3819208"/>
            <a:ext cx="726831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C7E4E2-FE80-F404-9D8B-A9A258F405FB}"/>
              </a:ext>
            </a:extLst>
          </p:cNvPr>
          <p:cNvSpPr/>
          <p:nvPr/>
        </p:nvSpPr>
        <p:spPr>
          <a:xfrm>
            <a:off x="5419288" y="2555112"/>
            <a:ext cx="1353424" cy="1108349"/>
          </a:xfrm>
          <a:prstGeom prst="rect">
            <a:avLst/>
          </a:prstGeom>
          <a:solidFill>
            <a:srgbClr val="E92F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T-Mobile On Device Carrier Tools Client</a:t>
            </a:r>
          </a:p>
          <a:p>
            <a:pPr algn="ctr"/>
            <a:r>
              <a:rPr lang="en-US" sz="1200" dirty="0"/>
              <a:t>AI Device UX Profile Changes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50C5F-F2BA-9D87-2A0D-86218E6BF1AD}"/>
              </a:ext>
            </a:extLst>
          </p:cNvPr>
          <p:cNvSpPr txBox="1"/>
          <p:nvPr/>
        </p:nvSpPr>
        <p:spPr>
          <a:xfrm rot="20200555">
            <a:off x="314934" y="1353788"/>
            <a:ext cx="4245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Jake grab screen shots for these please</a:t>
            </a:r>
          </a:p>
        </p:txBody>
      </p:sp>
    </p:spTree>
    <p:extLst>
      <p:ext uri="{BB962C8B-B14F-4D97-AF65-F5344CB8AC3E}">
        <p14:creationId xmlns:p14="http://schemas.microsoft.com/office/powerpoint/2010/main" val="1882847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f72c41-31f4-4d40-a6d0-808117dc4d77}" enabled="1" method="Standard" siteId="{be0f980b-dd99-4b19-bd7b-bc71a09b026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314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McCracken, Bill</dc:creator>
  <cp:lastModifiedBy>McCracken, Bill</cp:lastModifiedBy>
  <cp:revision>1</cp:revision>
  <dcterms:created xsi:type="dcterms:W3CDTF">2025-03-07T17:33:18Z</dcterms:created>
  <dcterms:modified xsi:type="dcterms:W3CDTF">2025-03-07T18:42:47Z</dcterms:modified>
</cp:coreProperties>
</file>