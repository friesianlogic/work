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– Content Aware Widget Arbitration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Patent Title: Content Aware Widget Arbitration</a:t>
            </a:r>
          </a:p>
          <a:p>
            <a:r>
              <a:t>📅 Year: 2025 | 📍 Filed by: T-Mobile, Bill McCracken</a:t>
            </a:r>
          </a:p>
          <a:p/>
          <a:p>
            <a:r>
              <a:t>🔍 Overview:</a:t>
            </a:r>
          </a:p>
          <a:p>
            <a:r>
              <a:t>An AI-driven engine intelligently manages widget refreshes on Android lock screens, reducing resource use while improving content relevance.</a:t>
            </a:r>
          </a:p>
          <a:p/>
          <a:p>
            <a:r>
              <a:t>🧠 Core Innovations:</a:t>
            </a:r>
          </a:p>
          <a:p>
            <a:r>
              <a:t>- Predictive engagement model per widget</a:t>
            </a:r>
          </a:p>
          <a:p>
            <a:r>
              <a:t>- Context-aware refresh arbitration</a:t>
            </a:r>
          </a:p>
          <a:p>
            <a:r>
              <a:t>- Carrier/App override policy integration</a:t>
            </a:r>
          </a:p>
          <a:p/>
          <a:p>
            <a:r>
              <a:t>🧰 Deliverables:</a:t>
            </a:r>
          </a:p>
          <a:p>
            <a:r>
              <a:t>- Full patent documentation</a:t>
            </a:r>
          </a:p>
          <a:p>
            <a:r>
              <a:t>- SDK-style Kotlin/Java integration code</a:t>
            </a:r>
          </a:p>
          <a:p>
            <a:r>
              <a:t>- Diagrams, onboarding slides, and QA tools</a:t>
            </a:r>
          </a:p>
          <a:p/>
          <a:p>
            <a:r>
              <a:t>📦 Packaged ZIP: Content_Aware_Widget_Arbitration.zip</a:t>
            </a:r>
          </a:p>
          <a:p>
            <a:r>
              <a:t>✅ Ready for engineering, legal, and executive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