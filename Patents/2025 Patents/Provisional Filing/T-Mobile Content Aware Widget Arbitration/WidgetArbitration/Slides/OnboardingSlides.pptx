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Content Aware Widget Arbitration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Developer Onboarding Overview</a:t>
            </a:r>
          </a:p>
          <a:p>
            <a:r>
              <a:t>T-Mobile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Lock/Unlock Event Triggers Arbitration</a:t>
            </a:r>
          </a:p>
          <a:p>
            <a:r>
              <a:t>- AI Model Predicts Engagement Likelihood</a:t>
            </a:r>
          </a:p>
          <a:p>
            <a:r>
              <a:t>- Decision Engine Determines Refresh or Suppress</a:t>
            </a:r>
          </a:p>
          <a:p>
            <a:r>
              <a:t>- Carrier/App Overrides Applied</a:t>
            </a:r>
          </a:p>
          <a:p>
            <a:r>
              <a:t>- Logs Generated for Telemetry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SDK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WidgetArbitrationManager.kt / .java</a:t>
            </a:r>
          </a:p>
          <a:p>
            <a:r>
              <a:t>- EngagementScorer.kt / .java</a:t>
            </a:r>
          </a:p>
          <a:p>
            <a:r>
              <a:t>- OverridePolicyHandler.kt / .java</a:t>
            </a:r>
          </a:p>
          <a:p>
            <a:r>
              <a:t>- WidgetRefreshDecision Data Class</a:t>
            </a:r>
          </a:p>
          <a:p>
            <a:r>
              <a:t>- AppWidgetProviders: News &amp; Weather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Widget Integration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Widget receives ACTION_APPWIDGET_UPDATE</a:t>
            </a:r>
          </a:p>
          <a:p>
            <a:r>
              <a:t>2. Send metadata to ArbitrationManager</a:t>
            </a:r>
          </a:p>
          <a:p>
            <a:r>
              <a:t>3. Get refresh/suppress decision</a:t>
            </a:r>
          </a:p>
          <a:p>
            <a:r>
              <a:t>4. Perform content update if allowed</a:t>
            </a:r>
          </a:p>
          <a:p>
            <a:r>
              <a:t>5. Log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&amp; Debugging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Logcat Tag: WidgetArbitration</a:t>
            </a:r>
          </a:p>
          <a:p>
            <a:r>
              <a:t>- ADB Shell Script for Doze/Battery Testing</a:t>
            </a:r>
          </a:p>
          <a:p>
            <a:r>
              <a:t>- Validation Checklist &amp; Log Criteria</a:t>
            </a:r>
          </a:p>
          <a:p>
            <a:r>
              <a:t>- WorkManager Use Recommended for Async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&amp; Developer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Contact: Bill McCracken</a:t>
            </a:r>
          </a:p>
          <a:p>
            <a:r>
              <a:t>Principal Product Architect</a:t>
            </a:r>
          </a:p>
          <a:p>
            <a:r>
              <a:t>913-707-1075</a:t>
            </a:r>
          </a:p>
          <a:p>
            <a:r>
              <a:t>T-Mobile, T-Ads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