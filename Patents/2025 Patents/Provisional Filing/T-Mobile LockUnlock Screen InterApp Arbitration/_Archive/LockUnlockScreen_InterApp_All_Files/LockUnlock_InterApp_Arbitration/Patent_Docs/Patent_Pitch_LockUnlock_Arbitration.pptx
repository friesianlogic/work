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Pitch: Lock Unlock Screen Inter-App Arbitration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Apps like MetroZone and MetroPlay negotiate unlock-time refresh access by sending each other broadcast intents.</a:t>
            </a:r>
          </a:p>
          <a:p>
            <a:r>
              <a:t>- No centralized AI or OS handler</a:t>
            </a:r>
            <a:br/>
            <a:r>
              <a:t>- Broadcast signaling: request &amp; completion</a:t>
            </a:r>
            <a:br/>
            <a:r>
              <a:t>- Designed for fairness &amp; ad delivery timing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Broadcast-Based Arbitration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ACTION_REQUEST_REFRESH – signals request to refresh content</a:t>
            </a:r>
          </a:p>
          <a:p>
            <a:r>
              <a:t>• ACTION_REFRESH_COMPLETED – signals that refresh is done</a:t>
            </a:r>
            <a:br/>
            <a:r>
              <a:t>• Broadcast includes appName, timestamp, urgency, refreshDuration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Arbitration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Each app tracks:</a:t>
            </a:r>
          </a:p>
          <a:p>
            <a:r>
              <a:t>- Number of refreshes allowed per hour (per-app quota)</a:t>
            </a:r>
          </a:p>
          <a:p>
            <a:r>
              <a:t>- Duration of peer's refresh (maxRefreshDuration)</a:t>
            </a:r>
          </a:p>
          <a:p>
            <a:r>
              <a:t>- Retry and defer logic</a:t>
            </a:r>
          </a:p>
          <a:p>
            <a:r>
              <a:t>- Fallback if no peer responds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Case: MetroZone + MetroPlay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MetroZone sends refresh request at unlock</a:t>
            </a:r>
          </a:p>
          <a:p>
            <a:r>
              <a:t>2. MetroPlay defers and logs</a:t>
            </a:r>
          </a:p>
          <a:p>
            <a:r>
              <a:t>3. MetroZone refreshes and sends completion</a:t>
            </a:r>
          </a:p>
          <a:p>
            <a:r>
              <a:t>4. MetroPlay retries and refreshes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Is Patentable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Cooperative inter-app arbitration, not OS-governed</a:t>
            </a:r>
          </a:p>
          <a:p>
            <a:r>
              <a:t>- Intent-based refresh coordination</a:t>
            </a:r>
          </a:p>
          <a:p>
            <a:r>
              <a:t>- No known Android, KNOX, or iOS pattern implements this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