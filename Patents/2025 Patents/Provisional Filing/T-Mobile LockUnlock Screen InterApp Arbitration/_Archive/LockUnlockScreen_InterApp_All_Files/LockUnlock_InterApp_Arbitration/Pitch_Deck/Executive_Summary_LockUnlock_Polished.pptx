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Cooperative refresh protocol for Android unlock events</a:t>
            </a:r>
          </a:p>
          <a:p>
            <a:r>
              <a:t>• Uses ACTION_REQUEST_REFRESH / ACTION_REFRESH_COMPLETED</a:t>
            </a:r>
          </a:p>
          <a:p>
            <a:r>
              <a:t>• Enforces refresh quotas and max durations</a:t>
            </a:r>
          </a:p>
          <a:p>
            <a:r>
              <a:t>• Fully decentralized arbitration between MetroZone &amp; MetroPlay</a:t>
            </a:r>
          </a:p>
          <a:p>
            <a:r>
              <a:t>• No OS, server, or AI orchestration required</a:t>
            </a:r>
          </a:p>
          <a:p>
            <a:r>
              <a:t>• Android 11–15 | Samsung S25 Ultra | Moto G 5G (TMO)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