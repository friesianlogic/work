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refresh arbitration between MetroZone and MetroPlay</a:t>
            </a:r>
          </a:p>
          <a:p>
            <a:r>
              <a:t>Broadcast intent signaling (ACTION_REQUEST_REFRESH, ACTION_REFRESH_COMPLETED)</a:t>
            </a:r>
          </a:p>
          <a:p>
            <a:r>
              <a:t>No AI or central orchestrator required</a:t>
            </a:r>
          </a:p>
          <a:p>
            <a:r>
              <a:t>Time-limited refresh window per app</a:t>
            </a:r>
          </a:p>
          <a:p>
            <a:r>
              <a:t>Configurable quotas per app per hour</a:t>
            </a:r>
          </a:p>
          <a:p>
            <a:r>
              <a:t>Android 11–15; T-Mobile devices only (S25 Ultra, Moto G 5G)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preloaded apps compete to refresh content during unlock</a:t>
            </a:r>
          </a:p>
          <a:p>
            <a:r>
              <a:t>Overlapping attempts cause performance degradation and ad conflicts</a:t>
            </a:r>
          </a:p>
          <a:p>
            <a:r>
              <a:t>No native OS support for cooperative app refresh timing</a:t>
            </a:r>
          </a:p>
          <a:p>
            <a:r>
              <a:t>Manual deferral logic is inconsistent or non-existent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cooperative, decentralized arbitration protocol</a:t>
            </a:r>
          </a:p>
          <a:p>
            <a:r>
              <a:t>Broadcast-based signaling: turn-taking between apps</a:t>
            </a:r>
          </a:p>
          <a:p>
            <a:r>
              <a:t>Shared refresh rules: max duration + quota per hour</a:t>
            </a:r>
          </a:p>
          <a:p>
            <a:r>
              <a:t>Apps monitor each other’s state and defer accordingly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ArbitrationManager: handles timing, quotas, state tracking</a:t>
            </a:r>
          </a:p>
          <a:p>
            <a:r>
              <a:t>BroadcastReceiver: listens for refresh request/completion</a:t>
            </a:r>
          </a:p>
          <a:p>
            <a:r>
              <a:t>DurationTracker: enforces maxRefreshDuration</a:t>
            </a:r>
          </a:p>
          <a:p>
            <a:r>
              <a:t>QuotaManager: prevents excessive usage</a:t>
            </a:r>
          </a:p>
          <a:p>
            <a:r>
              <a:t>No central AI, server, or OS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Intents &amp;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ACTION_REQUEST_REFRESH</a:t>
            </a:r>
          </a:p>
          <a:p>
            <a:r>
              <a:t>ACTION_REFRESH_COMPLETED</a:t>
            </a:r>
          </a:p>
          <a:p>
            <a:r>
              <a:t>Payload: sender, timestamp, duration, reasonCode</a:t>
            </a:r>
          </a:p>
          <a:p>
            <a:r>
              <a:t>Configurable: maxRefreshDuration, maxRefreshesPerHour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&amp; Platform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T-Mobile provisioned devices only:</a:t>
            </a:r>
          </a:p>
          <a:p>
            <a:r>
              <a:t>  - Samsung S25 Ultra (2025)</a:t>
            </a:r>
          </a:p>
          <a:p>
            <a:r>
              <a:t>  - Moto G 5G (2025)</a:t>
            </a:r>
          </a:p>
          <a:p>
            <a:r>
              <a:t>Android 11 to Android 15 supported</a:t>
            </a:r>
          </a:p>
          <a:p>
            <a:r>
              <a:t>Optimized for system-level integration in T-Ads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Patentable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Cooperative broadcast signaling architecture</a:t>
            </a:r>
          </a:p>
          <a:p>
            <a:r>
              <a:t>Per-app configurable quotas + refresh timing</a:t>
            </a:r>
          </a:p>
          <a:p>
            <a:r>
              <a:t>Works independently of OS-level schedulers</a:t>
            </a:r>
          </a:p>
          <a:p>
            <a:r>
              <a:t>Novel arbitration logic implemented in peer apps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Patent Brief, Claims, One-Pager</a:t>
            </a:r>
          </a:p>
          <a:p>
            <a:r>
              <a:t>Developer Architecture + Integration Docs</a:t>
            </a:r>
          </a:p>
          <a:p>
            <a:r>
              <a:t>Arbitration Kotlin/Java Template</a:t>
            </a:r>
          </a:p>
          <a:p>
            <a:r>
              <a:t>QA Plan and Validation Matrix</a:t>
            </a:r>
          </a:p>
          <a:p>
            <a:r>
              <a:t>Slide Deck + Manifest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 &amp; Ownership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Bill McCracken – Principal, Product Architecture, T-Ads</a:t>
            </a:r>
          </a:p>
          <a:p>
            <a:r>
              <a:t>Filed: March 31, 2025</a:t>
            </a:r>
          </a:p>
          <a:p>
            <a:r>
              <a:t>Internal IP Reference: LockUnlock Inter-App Arbitration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