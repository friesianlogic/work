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40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cCracken, Bill" userId="8e60a2ab-4852-481d-b820-835bedc49759" providerId="ADAL" clId="{0887CCBD-E511-4AC9-9510-69CE4E48FBCF}"/>
    <pc:docChg chg="delSld modSld">
      <pc:chgData name="McCracken, Bill" userId="8e60a2ab-4852-481d-b820-835bedc49759" providerId="ADAL" clId="{0887CCBD-E511-4AC9-9510-69CE4E48FBCF}" dt="2025-04-01T06:48:01.770" v="2" actId="47"/>
      <pc:docMkLst>
        <pc:docMk/>
      </pc:docMkLst>
      <pc:sldChg chg="modSp del mod">
        <pc:chgData name="McCracken, Bill" userId="8e60a2ab-4852-481d-b820-835bedc49759" providerId="ADAL" clId="{0887CCBD-E511-4AC9-9510-69CE4E48FBCF}" dt="2025-04-01T06:48:01.770" v="2" actId="47"/>
        <pc:sldMkLst>
          <pc:docMk/>
          <pc:sldMk cId="0" sldId="261"/>
        </pc:sldMkLst>
        <pc:spChg chg="mod">
          <ac:chgData name="McCracken, Bill" userId="8e60a2ab-4852-481d-b820-835bedc49759" providerId="ADAL" clId="{0887CCBD-E511-4AC9-9510-69CE4E48FBCF}" dt="2025-04-01T06:47:51.896" v="1" actId="6549"/>
          <ac:spMkLst>
            <pc:docMk/>
            <pc:sldMk cId="0" sldId="26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Cooperative refresh arbitration between MetroZone and MetroPlay</a:t>
            </a:r>
          </a:p>
          <a:p>
            <a:r>
              <a:t>Broadcast intent signaling (ACTION_REQUEST_REFRESH, ACTION_REFRESH_COMPLETED)</a:t>
            </a:r>
          </a:p>
          <a:p>
            <a:r>
              <a:t>No AI or central orchestrator required</a:t>
            </a:r>
          </a:p>
          <a:p>
            <a:r>
              <a:t>Time-limited refresh window per app</a:t>
            </a:r>
          </a:p>
          <a:p>
            <a:r>
              <a:t>Configurable quotas per app per hour</a:t>
            </a:r>
          </a:p>
          <a:p>
            <a:r>
              <a:t>Android 11–15; T-Mobile devices only (S25 Ultra, Moto G 5G)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preloaded apps compete to refresh content during unlock</a:t>
            </a:r>
          </a:p>
          <a:p>
            <a:r>
              <a:t>Overlapping attempts cause performance degradation and ad conflicts</a:t>
            </a:r>
          </a:p>
          <a:p>
            <a:r>
              <a:t>No native OS support for cooperative app refresh timing</a:t>
            </a:r>
          </a:p>
          <a:p>
            <a:r>
              <a:t>Manual deferral logic is inconsistent or non-existent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cooperative, decentralized arbitration protocol</a:t>
            </a:r>
          </a:p>
          <a:p>
            <a:r>
              <a:t>Broadcast-based signaling: turn-taking between apps</a:t>
            </a:r>
          </a:p>
          <a:p>
            <a:r>
              <a:t>Shared refresh rules: max duration + quota per hour</a:t>
            </a:r>
          </a:p>
          <a:p>
            <a:r>
              <a:t>Apps monitor each other’s state and defer accordingly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ArbitrationManager: handles timing, quotas, state tracking</a:t>
            </a:r>
          </a:p>
          <a:p>
            <a:r>
              <a:t>BroadcastReceiver: listens for refresh request/completion</a:t>
            </a:r>
          </a:p>
          <a:p>
            <a:r>
              <a:t>DurationTracker: enforces maxRefreshDuration</a:t>
            </a:r>
          </a:p>
          <a:p>
            <a:r>
              <a:t>QuotaManager: prevents excessive usage</a:t>
            </a:r>
          </a:p>
          <a:p>
            <a:r>
              <a:t>No central AI, server, or OS dependency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Intents &amp;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ACTION_REQUEST_REFRESH</a:t>
            </a:r>
          </a:p>
          <a:p>
            <a:r>
              <a:t>ACTION_REFRESH_COMPLETED</a:t>
            </a:r>
          </a:p>
          <a:p>
            <a:r>
              <a:t>Payload: sender, timestamp, duration, reasonCode</a:t>
            </a:r>
          </a:p>
          <a:p>
            <a:r>
              <a:t>Configurable: maxRefreshDuration, maxRefreshesPerHour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Patentable Novelty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Cooperative broadcast signaling architecture</a:t>
            </a:r>
          </a:p>
          <a:p>
            <a:r>
              <a:t>Per-app configurable quotas + refresh timing</a:t>
            </a:r>
          </a:p>
          <a:p>
            <a:r>
              <a:t>Works independently of OS-level schedulers</a:t>
            </a:r>
          </a:p>
          <a:p>
            <a:r>
              <a:t>Novel arbitration logic implemented in peer apps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Patent Brief, Claims, One-Pager</a:t>
            </a:r>
          </a:p>
          <a:p>
            <a:r>
              <a:t>Developer Architecture + Integration Docs</a:t>
            </a:r>
          </a:p>
          <a:p>
            <a:r>
              <a:t>Arbitration Kotlin/Java Template</a:t>
            </a:r>
          </a:p>
          <a:p>
            <a:r>
              <a:t>QA Plan and Validation Matrix</a:t>
            </a:r>
          </a:p>
          <a:p>
            <a:r>
              <a:t>Slide Deck + Manifest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&amp;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Bill McCracken – Principal, Product Architecture, T-Ads</a:t>
            </a:r>
          </a:p>
          <a:p>
            <a:r>
              <a:t>Filed: March 31, 2025</a:t>
            </a:r>
          </a:p>
          <a:p>
            <a:r>
              <a:t>Internal IP Reference: LockUnlock Inter-App Arbitration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7af72c41-31f4-4d40-a6d0-808117dc4d77}" enabled="1" method="Standard" siteId="{be0f980b-dd99-4b19-bd7b-bc71a09b026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263</Words>
  <Application>Microsoft Office PowerPoint</Application>
  <PresentationFormat>On-screen Show (4:3)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Executive Summary</vt:lpstr>
      <vt:lpstr>The Problem</vt:lpstr>
      <vt:lpstr>The Solution</vt:lpstr>
      <vt:lpstr>Technical Architecture</vt:lpstr>
      <vt:lpstr>Key Intents &amp; Parameters</vt:lpstr>
      <vt:lpstr>Patentable Novelty</vt:lpstr>
      <vt:lpstr>Deliverables</vt:lpstr>
      <vt:lpstr>Contact &amp; Ownership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McCracken, Bill</cp:lastModifiedBy>
  <cp:revision>1</cp:revision>
  <dcterms:created xsi:type="dcterms:W3CDTF">2013-01-27T09:14:16Z</dcterms:created>
  <dcterms:modified xsi:type="dcterms:W3CDTF">2025-04-01T06:48:04Z</dcterms:modified>
  <cp:category/>
</cp:coreProperties>
</file>